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685" r:id="rId5"/>
    <p:sldId id="686" r:id="rId6"/>
    <p:sldId id="692" r:id="rId7"/>
    <p:sldId id="693" r:id="rId8"/>
    <p:sldId id="694" r:id="rId9"/>
    <p:sldId id="695" r:id="rId10"/>
    <p:sldId id="6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CB0C"/>
    <a:srgbClr val="0C093D"/>
    <a:srgbClr val="02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2E165-2B12-402C-A7F3-64D36B5E4476}" v="2" dt="2023-03-16T11:56:57.302"/>
    <p1510:client id="{1F1BBB97-4B49-4D2E-91FA-83D1B5741CE3}" v="1" dt="2023-04-27T03:22:54.975"/>
    <p1510:client id="{44BC147F-905A-48E3-9B1B-92784ECA7620}" v="11" dt="2023-03-16T10:57:01.777"/>
    <p1510:client id="{97B7CC7B-A933-4D96-96E7-94C15D073C98}" v="64" dt="2023-04-27T07:39:42.647"/>
    <p1510:client id="{CCF35AB3-6CBB-5D07-EA72-C602EB70FAB3}" v="180" dt="2023-03-16T11:16:51.380"/>
    <p1510:client id="{D3F6680C-60ED-8080-0529-251C8A653C99}" v="240" dt="2023-03-16T11:46:26.094"/>
    <p1510:client id="{E6EB9EAA-7296-4513-9457-B0ED7DBDFD7F}" v="1002" dt="2023-03-16T02:37:52.795"/>
    <p1510:client id="{F3093DAF-C515-04D0-DC02-725AC793411D}" v="88" dt="2023-04-27T07:49:37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Sravani" userId="S::satya@codebasics.io::5c51036d-9669-4df2-8c71-663b5e5d9b4e" providerId="AD" clId="Web-{1F1BBB97-4B49-4D2E-91FA-83D1B5741CE3}"/>
    <pc:docChg chg="modSld">
      <pc:chgData name="Satya Sravani" userId="S::satya@codebasics.io::5c51036d-9669-4df2-8c71-663b5e5d9b4e" providerId="AD" clId="Web-{1F1BBB97-4B49-4D2E-91FA-83D1B5741CE3}" dt="2023-04-27T03:22:54.975" v="0" actId="1076"/>
      <pc:docMkLst>
        <pc:docMk/>
      </pc:docMkLst>
      <pc:sldChg chg="modSp">
        <pc:chgData name="Satya Sravani" userId="S::satya@codebasics.io::5c51036d-9669-4df2-8c71-663b5e5d9b4e" providerId="AD" clId="Web-{1F1BBB97-4B49-4D2E-91FA-83D1B5741CE3}" dt="2023-04-27T03:22:54.975" v="0" actId="1076"/>
        <pc:sldMkLst>
          <pc:docMk/>
          <pc:sldMk cId="1352677886" sldId="685"/>
        </pc:sldMkLst>
        <pc:spChg chg="mod">
          <ac:chgData name="Satya Sravani" userId="S::satya@codebasics.io::5c51036d-9669-4df2-8c71-663b5e5d9b4e" providerId="AD" clId="Web-{1F1BBB97-4B49-4D2E-91FA-83D1B5741CE3}" dt="2023-04-27T03:22:54.975" v="0" actId="1076"/>
          <ac:spMkLst>
            <pc:docMk/>
            <pc:sldMk cId="1352677886" sldId="685"/>
            <ac:spMk id="11" creationId="{23D88B53-A417-3C0F-D6BA-B3D66575206E}"/>
          </ac:spMkLst>
        </pc:spChg>
      </pc:sldChg>
    </pc:docChg>
  </pc:docChgLst>
  <pc:docChgLst>
    <pc:chgData name="Satya Sravani" userId="S::satya@codebasics.io::5c51036d-9669-4df2-8c71-663b5e5d9b4e" providerId="AD" clId="Web-{D3F6680C-60ED-8080-0529-251C8A653C99}"/>
    <pc:docChg chg="modSld">
      <pc:chgData name="Satya Sravani" userId="S::satya@codebasics.io::5c51036d-9669-4df2-8c71-663b5e5d9b4e" providerId="AD" clId="Web-{D3F6680C-60ED-8080-0529-251C8A653C99}" dt="2023-03-16T11:46:26.094" v="185" actId="1076"/>
      <pc:docMkLst>
        <pc:docMk/>
      </pc:docMkLst>
      <pc:sldChg chg="addSp delSp modSp">
        <pc:chgData name="Satya Sravani" userId="S::satya@codebasics.io::5c51036d-9669-4df2-8c71-663b5e5d9b4e" providerId="AD" clId="Web-{D3F6680C-60ED-8080-0529-251C8A653C99}" dt="2023-03-16T11:41:55.323" v="153" actId="1076"/>
        <pc:sldMkLst>
          <pc:docMk/>
          <pc:sldMk cId="2427271307" sldId="687"/>
        </pc:sldMkLst>
        <pc:spChg chg="mod">
          <ac:chgData name="Satya Sravani" userId="S::satya@codebasics.io::5c51036d-9669-4df2-8c71-663b5e5d9b4e" providerId="AD" clId="Web-{D3F6680C-60ED-8080-0529-251C8A653C99}" dt="2023-03-16T11:41:55.323" v="153" actId="1076"/>
          <ac:spMkLst>
            <pc:docMk/>
            <pc:sldMk cId="2427271307" sldId="687"/>
            <ac:spMk id="4" creationId="{18AE57F3-96AA-D311-17D6-A5B4023E3A4C}"/>
          </ac:spMkLst>
        </pc:spChg>
        <pc:spChg chg="add mod topLvl">
          <ac:chgData name="Satya Sravani" userId="S::satya@codebasics.io::5c51036d-9669-4df2-8c71-663b5e5d9b4e" providerId="AD" clId="Web-{D3F6680C-60ED-8080-0529-251C8A653C99}" dt="2023-03-16T11:41:42.463" v="152" actId="14100"/>
          <ac:spMkLst>
            <pc:docMk/>
            <pc:sldMk cId="2427271307" sldId="687"/>
            <ac:spMk id="5" creationId="{869AB3EF-0522-C5C0-A250-E8EEC122E73D}"/>
          </ac:spMkLst>
        </pc:spChg>
        <pc:grpChg chg="add del mod">
          <ac:chgData name="Satya Sravani" userId="S::satya@codebasics.io::5c51036d-9669-4df2-8c71-663b5e5d9b4e" providerId="AD" clId="Web-{D3F6680C-60ED-8080-0529-251C8A653C99}" dt="2023-03-16T11:41:18.072" v="148"/>
          <ac:grpSpMkLst>
            <pc:docMk/>
            <pc:sldMk cId="2427271307" sldId="687"/>
            <ac:grpSpMk id="7" creationId="{3F8A21B8-1090-C3C1-8308-8C92A5FC964B}"/>
          </ac:grpSpMkLst>
        </pc:grpChg>
        <pc:picChg chg="mod topLvl">
          <ac:chgData name="Satya Sravani" userId="S::satya@codebasics.io::5c51036d-9669-4df2-8c71-663b5e5d9b4e" providerId="AD" clId="Web-{D3F6680C-60ED-8080-0529-251C8A653C99}" dt="2023-03-16T11:41:29.979" v="150" actId="1076"/>
          <ac:picMkLst>
            <pc:docMk/>
            <pc:sldMk cId="2427271307" sldId="687"/>
            <ac:picMk id="6" creationId="{C734A2B9-D074-3FC8-BFDD-BED018E8F736}"/>
          </ac:picMkLst>
        </pc:picChg>
      </pc:sldChg>
      <pc:sldChg chg="addSp modSp">
        <pc:chgData name="Satya Sravani" userId="S::satya@codebasics.io::5c51036d-9669-4df2-8c71-663b5e5d9b4e" providerId="AD" clId="Web-{D3F6680C-60ED-8080-0529-251C8A653C99}" dt="2023-03-16T11:33:47.344" v="36" actId="14100"/>
        <pc:sldMkLst>
          <pc:docMk/>
          <pc:sldMk cId="2174074579" sldId="688"/>
        </pc:sldMkLst>
        <pc:spChg chg="add">
          <ac:chgData name="Satya Sravani" userId="S::satya@codebasics.io::5c51036d-9669-4df2-8c71-663b5e5d9b4e" providerId="AD" clId="Web-{D3F6680C-60ED-8080-0529-251C8A653C99}" dt="2023-03-16T11:33:30.937" v="33"/>
          <ac:spMkLst>
            <pc:docMk/>
            <pc:sldMk cId="2174074579" sldId="688"/>
            <ac:spMk id="5" creationId="{7CB4DD92-A48D-5CA3-D310-B1C2DDF31336}"/>
          </ac:spMkLst>
        </pc:spChg>
        <pc:picChg chg="mod">
          <ac:chgData name="Satya Sravani" userId="S::satya@codebasics.io::5c51036d-9669-4df2-8c71-663b5e5d9b4e" providerId="AD" clId="Web-{D3F6680C-60ED-8080-0529-251C8A653C99}" dt="2023-03-16T11:33:47.344" v="36" actId="14100"/>
          <ac:picMkLst>
            <pc:docMk/>
            <pc:sldMk cId="2174074579" sldId="688"/>
            <ac:picMk id="4" creationId="{F008FFDB-B7AE-2E4B-6831-4F1C69B45B90}"/>
          </ac:picMkLst>
        </pc:picChg>
      </pc:sldChg>
      <pc:sldChg chg="addSp delSp modSp">
        <pc:chgData name="Satya Sravani" userId="S::satya@codebasics.io::5c51036d-9669-4df2-8c71-663b5e5d9b4e" providerId="AD" clId="Web-{D3F6680C-60ED-8080-0529-251C8A653C99}" dt="2023-03-16T11:46:26.094" v="185" actId="1076"/>
        <pc:sldMkLst>
          <pc:docMk/>
          <pc:sldMk cId="864021694" sldId="690"/>
        </pc:sldMkLst>
        <pc:spChg chg="add mod">
          <ac:chgData name="Satya Sravani" userId="S::satya@codebasics.io::5c51036d-9669-4df2-8c71-663b5e5d9b4e" providerId="AD" clId="Web-{D3F6680C-60ED-8080-0529-251C8A653C99}" dt="2023-03-16T11:46:15.266" v="183" actId="1076"/>
          <ac:spMkLst>
            <pc:docMk/>
            <pc:sldMk cId="864021694" sldId="690"/>
            <ac:spMk id="3" creationId="{55873566-C315-A77B-06E1-7491F7DFBD98}"/>
          </ac:spMkLst>
        </pc:spChg>
        <pc:spChg chg="mod">
          <ac:chgData name="Satya Sravani" userId="S::satya@codebasics.io::5c51036d-9669-4df2-8c71-663b5e5d9b4e" providerId="AD" clId="Web-{D3F6680C-60ED-8080-0529-251C8A653C99}" dt="2023-03-16T11:46:26.094" v="185" actId="1076"/>
          <ac:spMkLst>
            <pc:docMk/>
            <pc:sldMk cId="864021694" sldId="690"/>
            <ac:spMk id="4" creationId="{18AE57F3-96AA-D311-17D6-A5B4023E3A4C}"/>
          </ac:spMkLst>
        </pc:spChg>
        <pc:spChg chg="add mod">
          <ac:chgData name="Satya Sravani" userId="S::satya@codebasics.io::5c51036d-9669-4df2-8c71-663b5e5d9b4e" providerId="AD" clId="Web-{D3F6680C-60ED-8080-0529-251C8A653C99}" dt="2023-03-16T11:46:15.266" v="184" actId="1076"/>
          <ac:spMkLst>
            <pc:docMk/>
            <pc:sldMk cId="864021694" sldId="690"/>
            <ac:spMk id="6" creationId="{413792AF-7656-67E8-75DF-C17999BC45C8}"/>
          </ac:spMkLst>
        </pc:spChg>
        <pc:spChg chg="add mod topLvl">
          <ac:chgData name="Satya Sravani" userId="S::satya@codebasics.io::5c51036d-9669-4df2-8c71-663b5e5d9b4e" providerId="AD" clId="Web-{D3F6680C-60ED-8080-0529-251C8A653C99}" dt="2023-03-16T11:45:05.187" v="181" actId="14100"/>
          <ac:spMkLst>
            <pc:docMk/>
            <pc:sldMk cId="864021694" sldId="690"/>
            <ac:spMk id="8" creationId="{6864439B-4ED2-DF1D-159B-FD0E7E993A59}"/>
          </ac:spMkLst>
        </pc:spChg>
        <pc:grpChg chg="add del mod">
          <ac:chgData name="Satya Sravani" userId="S::satya@codebasics.io::5c51036d-9669-4df2-8c71-663b5e5d9b4e" providerId="AD" clId="Web-{D3F6680C-60ED-8080-0529-251C8A653C99}" dt="2023-03-16T11:44:40.061" v="175"/>
          <ac:grpSpMkLst>
            <pc:docMk/>
            <pc:sldMk cId="864021694" sldId="690"/>
            <ac:grpSpMk id="9" creationId="{62E4DD1E-03F9-59A5-09B5-52240E3C8109}"/>
          </ac:grpSpMkLst>
        </pc:grpChg>
        <pc:picChg chg="mod topLvl">
          <ac:chgData name="Satya Sravani" userId="S::satya@codebasics.io::5c51036d-9669-4df2-8c71-663b5e5d9b4e" providerId="AD" clId="Web-{D3F6680C-60ED-8080-0529-251C8A653C99}" dt="2023-03-16T11:44:52.124" v="179" actId="1076"/>
          <ac:picMkLst>
            <pc:docMk/>
            <pc:sldMk cId="864021694" sldId="690"/>
            <ac:picMk id="5" creationId="{52B3309E-57AC-D72F-BCBD-9BCC19CC2819}"/>
          </ac:picMkLst>
        </pc:picChg>
      </pc:sldChg>
      <pc:sldChg chg="addSp modSp">
        <pc:chgData name="Satya Sravani" userId="S::satya@codebasics.io::5c51036d-9669-4df2-8c71-663b5e5d9b4e" providerId="AD" clId="Web-{D3F6680C-60ED-8080-0529-251C8A653C99}" dt="2023-03-16T11:42:31.042" v="158" actId="14100"/>
        <pc:sldMkLst>
          <pc:docMk/>
          <pc:sldMk cId="3303875808" sldId="692"/>
        </pc:sldMkLst>
        <pc:spChg chg="mod">
          <ac:chgData name="Satya Sravani" userId="S::satya@codebasics.io::5c51036d-9669-4df2-8c71-663b5e5d9b4e" providerId="AD" clId="Web-{D3F6680C-60ED-8080-0529-251C8A653C99}" dt="2023-03-16T11:42:03.932" v="154" actId="1076"/>
          <ac:spMkLst>
            <pc:docMk/>
            <pc:sldMk cId="3303875808" sldId="692"/>
            <ac:spMk id="4" creationId="{18AE57F3-96AA-D311-17D6-A5B4023E3A4C}"/>
          </ac:spMkLst>
        </pc:spChg>
        <pc:spChg chg="add mod">
          <ac:chgData name="Satya Sravani" userId="S::satya@codebasics.io::5c51036d-9669-4df2-8c71-663b5e5d9b4e" providerId="AD" clId="Web-{D3F6680C-60ED-8080-0529-251C8A653C99}" dt="2023-03-16T11:42:31.042" v="158" actId="14100"/>
          <ac:spMkLst>
            <pc:docMk/>
            <pc:sldMk cId="3303875808" sldId="692"/>
            <ac:spMk id="5" creationId="{2DB502E3-EFB0-E2A0-0353-3586264EF79F}"/>
          </ac:spMkLst>
        </pc:spChg>
        <pc:picChg chg="mod">
          <ac:chgData name="Satya Sravani" userId="S::satya@codebasics.io::5c51036d-9669-4df2-8c71-663b5e5d9b4e" providerId="AD" clId="Web-{D3F6680C-60ED-8080-0529-251C8A653C99}" dt="2023-03-16T11:40:40.931" v="137" actId="1076"/>
          <ac:picMkLst>
            <pc:docMk/>
            <pc:sldMk cId="3303875808" sldId="692"/>
            <ac:picMk id="8" creationId="{74A0F984-4957-A242-00B4-DA1DC318EDAC}"/>
          </ac:picMkLst>
        </pc:picChg>
      </pc:sldChg>
      <pc:sldChg chg="modSp">
        <pc:chgData name="Satya Sravani" userId="S::satya@codebasics.io::5c51036d-9669-4df2-8c71-663b5e5d9b4e" providerId="AD" clId="Web-{D3F6680C-60ED-8080-0529-251C8A653C99}" dt="2023-03-16T11:31:14.544" v="17" actId="1076"/>
        <pc:sldMkLst>
          <pc:docMk/>
          <pc:sldMk cId="3565401057" sldId="693"/>
        </pc:sldMkLst>
        <pc:spChg chg="mod">
          <ac:chgData name="Satya Sravani" userId="S::satya@codebasics.io::5c51036d-9669-4df2-8c71-663b5e5d9b4e" providerId="AD" clId="Web-{D3F6680C-60ED-8080-0529-251C8A653C99}" dt="2023-03-16T11:31:14.544" v="17" actId="1076"/>
          <ac:spMkLst>
            <pc:docMk/>
            <pc:sldMk cId="3565401057" sldId="693"/>
            <ac:spMk id="3" creationId="{7A2B1A9A-A2D2-7725-5B55-8B76C7F05145}"/>
          </ac:spMkLst>
        </pc:spChg>
      </pc:sldChg>
      <pc:sldChg chg="modSp">
        <pc:chgData name="Satya Sravani" userId="S::satya@codebasics.io::5c51036d-9669-4df2-8c71-663b5e5d9b4e" providerId="AD" clId="Web-{D3F6680C-60ED-8080-0529-251C8A653C99}" dt="2023-03-16T11:30:32.933" v="11" actId="20577"/>
        <pc:sldMkLst>
          <pc:docMk/>
          <pc:sldMk cId="3233479994" sldId="694"/>
        </pc:sldMkLst>
        <pc:spChg chg="mod">
          <ac:chgData name="Satya Sravani" userId="S::satya@codebasics.io::5c51036d-9669-4df2-8c71-663b5e5d9b4e" providerId="AD" clId="Web-{D3F6680C-60ED-8080-0529-251C8A653C99}" dt="2023-03-16T11:30:32.933" v="11" actId="20577"/>
          <ac:spMkLst>
            <pc:docMk/>
            <pc:sldMk cId="3233479994" sldId="694"/>
            <ac:spMk id="3" creationId="{7A2B1A9A-A2D2-7725-5B55-8B76C7F05145}"/>
          </ac:spMkLst>
        </pc:spChg>
      </pc:sldChg>
      <pc:sldChg chg="addSp modSp">
        <pc:chgData name="Satya Sravani" userId="S::satya@codebasics.io::5c51036d-9669-4df2-8c71-663b5e5d9b4e" providerId="AD" clId="Web-{D3F6680C-60ED-8080-0529-251C8A653C99}" dt="2023-03-16T11:33:24.687" v="32" actId="14100"/>
        <pc:sldMkLst>
          <pc:docMk/>
          <pc:sldMk cId="2147021218" sldId="695"/>
        </pc:sldMkLst>
        <pc:spChg chg="add mod">
          <ac:chgData name="Satya Sravani" userId="S::satya@codebasics.io::5c51036d-9669-4df2-8c71-663b5e5d9b4e" providerId="AD" clId="Web-{D3F6680C-60ED-8080-0529-251C8A653C99}" dt="2023-03-16T11:33:24.687" v="32" actId="14100"/>
          <ac:spMkLst>
            <pc:docMk/>
            <pc:sldMk cId="2147021218" sldId="695"/>
            <ac:spMk id="5" creationId="{54DD57D7-DC74-4D2D-A883-DEBD7B0D7511}"/>
          </ac:spMkLst>
        </pc:spChg>
        <pc:picChg chg="mod">
          <ac:chgData name="Satya Sravani" userId="S::satya@codebasics.io::5c51036d-9669-4df2-8c71-663b5e5d9b4e" providerId="AD" clId="Web-{D3F6680C-60ED-8080-0529-251C8A653C99}" dt="2023-03-16T11:33:15.390" v="31" actId="14100"/>
          <ac:picMkLst>
            <pc:docMk/>
            <pc:sldMk cId="2147021218" sldId="695"/>
            <ac:picMk id="4" creationId="{F7CA9B02-58FD-2680-E6A7-DD28D61DC1E4}"/>
          </ac:picMkLst>
        </pc:picChg>
      </pc:sldChg>
      <pc:sldChg chg="modSp">
        <pc:chgData name="Satya Sravani" userId="S::satya@codebasics.io::5c51036d-9669-4df2-8c71-663b5e5d9b4e" providerId="AD" clId="Web-{D3F6680C-60ED-8080-0529-251C8A653C99}" dt="2023-03-16T11:29:40.776" v="3" actId="1076"/>
        <pc:sldMkLst>
          <pc:docMk/>
          <pc:sldMk cId="3817225336" sldId="696"/>
        </pc:sldMkLst>
        <pc:spChg chg="mod">
          <ac:chgData name="Satya Sravani" userId="S::satya@codebasics.io::5c51036d-9669-4df2-8c71-663b5e5d9b4e" providerId="AD" clId="Web-{D3F6680C-60ED-8080-0529-251C8A653C99}" dt="2023-03-16T11:29:40.776" v="3" actId="1076"/>
          <ac:spMkLst>
            <pc:docMk/>
            <pc:sldMk cId="3817225336" sldId="696"/>
            <ac:spMk id="3" creationId="{7A2B1A9A-A2D2-7725-5B55-8B76C7F05145}"/>
          </ac:spMkLst>
        </pc:spChg>
      </pc:sldChg>
      <pc:sldChg chg="addSp modSp">
        <pc:chgData name="Satya Sravani" userId="S::satya@codebasics.io::5c51036d-9669-4df2-8c71-663b5e5d9b4e" providerId="AD" clId="Web-{D3F6680C-60ED-8080-0529-251C8A653C99}" dt="2023-03-16T11:32:35.530" v="24"/>
        <pc:sldMkLst>
          <pc:docMk/>
          <pc:sldMk cId="4019095652" sldId="697"/>
        </pc:sldMkLst>
        <pc:spChg chg="add mod">
          <ac:chgData name="Satya Sravani" userId="S::satya@codebasics.io::5c51036d-9669-4df2-8c71-663b5e5d9b4e" providerId="AD" clId="Web-{D3F6680C-60ED-8080-0529-251C8A653C99}" dt="2023-03-16T11:32:35.530" v="24"/>
          <ac:spMkLst>
            <pc:docMk/>
            <pc:sldMk cId="4019095652" sldId="697"/>
            <ac:spMk id="3" creationId="{5E5424CF-9AB5-3893-3AA0-433E7F8C509E}"/>
          </ac:spMkLst>
        </pc:spChg>
        <pc:picChg chg="mod">
          <ac:chgData name="Satya Sravani" userId="S::satya@codebasics.io::5c51036d-9669-4df2-8c71-663b5e5d9b4e" providerId="AD" clId="Web-{D3F6680C-60ED-8080-0529-251C8A653C99}" dt="2023-03-16T11:30:24.636" v="10" actId="1076"/>
          <ac:picMkLst>
            <pc:docMk/>
            <pc:sldMk cId="4019095652" sldId="697"/>
            <ac:picMk id="4" creationId="{1A2DAD4F-912F-2235-D58E-48E5187D5043}"/>
          </ac:picMkLst>
        </pc:picChg>
      </pc:sldChg>
    </pc:docChg>
  </pc:docChgLst>
  <pc:docChgLst>
    <pc:chgData clId="Web-{17B2E165-2B12-402C-A7F3-64D36B5E4476}"/>
    <pc:docChg chg="modSld">
      <pc:chgData name="" userId="" providerId="" clId="Web-{17B2E165-2B12-402C-A7F3-64D36B5E4476}" dt="2023-03-16T11:56:57.302" v="1" actId="1076"/>
      <pc:docMkLst>
        <pc:docMk/>
      </pc:docMkLst>
      <pc:sldChg chg="modSp">
        <pc:chgData name="" userId="" providerId="" clId="Web-{17B2E165-2B12-402C-A7F3-64D36B5E4476}" dt="2023-03-16T11:56:57.302" v="1" actId="1076"/>
        <pc:sldMkLst>
          <pc:docMk/>
          <pc:sldMk cId="3303875808" sldId="692"/>
        </pc:sldMkLst>
        <pc:picChg chg="mod">
          <ac:chgData name="" userId="" providerId="" clId="Web-{17B2E165-2B12-402C-A7F3-64D36B5E4476}" dt="2023-03-16T11:56:57.302" v="1" actId="1076"/>
          <ac:picMkLst>
            <pc:docMk/>
            <pc:sldMk cId="3303875808" sldId="692"/>
            <ac:picMk id="8" creationId="{74A0F984-4957-A242-00B4-DA1DC318EDAC}"/>
          </ac:picMkLst>
        </pc:picChg>
      </pc:sldChg>
    </pc:docChg>
  </pc:docChgLst>
  <pc:docChgLst>
    <pc:chgData name="Satya Sravani" userId="S::satya@codebasics.io::5c51036d-9669-4df2-8c71-663b5e5d9b4e" providerId="AD" clId="Web-{F3093DAF-C515-04D0-DC02-725AC793411D}"/>
    <pc:docChg chg="addSld delSld modSld sldOrd">
      <pc:chgData name="Satya Sravani" userId="S::satya@codebasics.io::5c51036d-9669-4df2-8c71-663b5e5d9b4e" providerId="AD" clId="Web-{F3093DAF-C515-04D0-DC02-725AC793411D}" dt="2023-04-27T07:49:37.658" v="71" actId="1076"/>
      <pc:docMkLst>
        <pc:docMk/>
      </pc:docMkLst>
      <pc:sldChg chg="addSp modSp">
        <pc:chgData name="Satya Sravani" userId="S::satya@codebasics.io::5c51036d-9669-4df2-8c71-663b5e5d9b4e" providerId="AD" clId="Web-{F3093DAF-C515-04D0-DC02-725AC793411D}" dt="2023-04-27T07:49:37.658" v="71" actId="1076"/>
        <pc:sldMkLst>
          <pc:docMk/>
          <pc:sldMk cId="1352677886" sldId="685"/>
        </pc:sldMkLst>
        <pc:spChg chg="add mod ord">
          <ac:chgData name="Satya Sravani" userId="S::satya@codebasics.io::5c51036d-9669-4df2-8c71-663b5e5d9b4e" providerId="AD" clId="Web-{F3093DAF-C515-04D0-DC02-725AC793411D}" dt="2023-04-27T07:49:37.658" v="71" actId="1076"/>
          <ac:spMkLst>
            <pc:docMk/>
            <pc:sldMk cId="1352677886" sldId="685"/>
            <ac:spMk id="3" creationId="{59B719FE-682C-CB63-2AC8-8C72018B5040}"/>
          </ac:spMkLst>
        </pc:spChg>
      </pc:sldChg>
      <pc:sldChg chg="addSp modSp">
        <pc:chgData name="Satya Sravani" userId="S::satya@codebasics.io::5c51036d-9669-4df2-8c71-663b5e5d9b4e" providerId="AD" clId="Web-{F3093DAF-C515-04D0-DC02-725AC793411D}" dt="2023-04-27T07:45:47.356" v="38" actId="1076"/>
        <pc:sldMkLst>
          <pc:docMk/>
          <pc:sldMk cId="2495162275" sldId="686"/>
        </pc:sldMkLst>
        <pc:spChg chg="mod">
          <ac:chgData name="Satya Sravani" userId="S::satya@codebasics.io::5c51036d-9669-4df2-8c71-663b5e5d9b4e" providerId="AD" clId="Web-{F3093DAF-C515-04D0-DC02-725AC793411D}" dt="2023-04-27T07:45:47.309" v="32" actId="1076"/>
          <ac:spMkLst>
            <pc:docMk/>
            <pc:sldMk cId="2495162275" sldId="686"/>
            <ac:spMk id="3" creationId="{D089B169-DA01-F1C2-C919-58C4E94F8367}"/>
          </ac:spMkLst>
        </pc:spChg>
        <pc:spChg chg="mod">
          <ac:chgData name="Satya Sravani" userId="S::satya@codebasics.io::5c51036d-9669-4df2-8c71-663b5e5d9b4e" providerId="AD" clId="Web-{F3093DAF-C515-04D0-DC02-725AC793411D}" dt="2023-04-27T07:45:47.325" v="33" actId="1076"/>
          <ac:spMkLst>
            <pc:docMk/>
            <pc:sldMk cId="2495162275" sldId="686"/>
            <ac:spMk id="5" creationId="{668A051A-EB4E-EF37-4C7E-555E32F5223E}"/>
          </ac:spMkLst>
        </pc:spChg>
        <pc:spChg chg="add mod">
          <ac:chgData name="Satya Sravani" userId="S::satya@codebasics.io::5c51036d-9669-4df2-8c71-663b5e5d9b4e" providerId="AD" clId="Web-{F3093DAF-C515-04D0-DC02-725AC793411D}" dt="2023-04-27T07:45:47.340" v="36" actId="1076"/>
          <ac:spMkLst>
            <pc:docMk/>
            <pc:sldMk cId="2495162275" sldId="686"/>
            <ac:spMk id="6" creationId="{F1521B07-3F87-675E-F823-919D4280280B}"/>
          </ac:spMkLst>
        </pc:spChg>
        <pc:spChg chg="add mod">
          <ac:chgData name="Satya Sravani" userId="S::satya@codebasics.io::5c51036d-9669-4df2-8c71-663b5e5d9b4e" providerId="AD" clId="Web-{F3093DAF-C515-04D0-DC02-725AC793411D}" dt="2023-04-27T07:45:47.356" v="37" actId="1076"/>
          <ac:spMkLst>
            <pc:docMk/>
            <pc:sldMk cId="2495162275" sldId="686"/>
            <ac:spMk id="7" creationId="{049A0CDD-9898-03B7-EF11-EA6BBF9DEC43}"/>
          </ac:spMkLst>
        </pc:spChg>
        <pc:spChg chg="add mod">
          <ac:chgData name="Satya Sravani" userId="S::satya@codebasics.io::5c51036d-9669-4df2-8c71-663b5e5d9b4e" providerId="AD" clId="Web-{F3093DAF-C515-04D0-DC02-725AC793411D}" dt="2023-04-27T07:45:47.356" v="38" actId="1076"/>
          <ac:spMkLst>
            <pc:docMk/>
            <pc:sldMk cId="2495162275" sldId="686"/>
            <ac:spMk id="9" creationId="{D04EADC4-0AD3-78B5-F5C6-A115BF762360}"/>
          </ac:spMkLst>
        </pc:spChg>
        <pc:cxnChg chg="add mod">
          <ac:chgData name="Satya Sravani" userId="S::satya@codebasics.io::5c51036d-9669-4df2-8c71-663b5e5d9b4e" providerId="AD" clId="Web-{F3093DAF-C515-04D0-DC02-725AC793411D}" dt="2023-04-27T07:45:47.340" v="35" actId="1076"/>
          <ac:cxnSpMkLst>
            <pc:docMk/>
            <pc:sldMk cId="2495162275" sldId="686"/>
            <ac:cxnSpMk id="4" creationId="{348914A8-2ACC-F3BF-A0CC-477243A24FD0}"/>
          </ac:cxnSpMkLst>
        </pc:cxnChg>
        <pc:cxnChg chg="mod">
          <ac:chgData name="Satya Sravani" userId="S::satya@codebasics.io::5c51036d-9669-4df2-8c71-663b5e5d9b4e" providerId="AD" clId="Web-{F3093DAF-C515-04D0-DC02-725AC793411D}" dt="2023-04-27T07:45:47.325" v="34" actId="1076"/>
          <ac:cxnSpMkLst>
            <pc:docMk/>
            <pc:sldMk cId="2495162275" sldId="686"/>
            <ac:cxnSpMk id="8" creationId="{381E31DD-70E2-0AF2-E701-F4A175844E8A}"/>
          </ac:cxnSpMkLst>
        </pc:cxnChg>
      </pc:sldChg>
      <pc:sldChg chg="del">
        <pc:chgData name="Satya Sravani" userId="S::satya@codebasics.io::5c51036d-9669-4df2-8c71-663b5e5d9b4e" providerId="AD" clId="Web-{F3093DAF-C515-04D0-DC02-725AC793411D}" dt="2023-04-27T07:47:41.577" v="56"/>
        <pc:sldMkLst>
          <pc:docMk/>
          <pc:sldMk cId="396958770" sldId="689"/>
        </pc:sldMkLst>
      </pc:sldChg>
      <pc:sldChg chg="modSp add ord replId">
        <pc:chgData name="Satya Sravani" userId="S::satya@codebasics.io::5c51036d-9669-4df2-8c71-663b5e5d9b4e" providerId="AD" clId="Web-{F3093DAF-C515-04D0-DC02-725AC793411D}" dt="2023-04-27T07:47:54.765" v="63" actId="1076"/>
        <pc:sldMkLst>
          <pc:docMk/>
          <pc:sldMk cId="1569035592" sldId="691"/>
        </pc:sldMkLst>
        <pc:spChg chg="mod">
          <ac:chgData name="Satya Sravani" userId="S::satya@codebasics.io::5c51036d-9669-4df2-8c71-663b5e5d9b4e" providerId="AD" clId="Web-{F3093DAF-C515-04D0-DC02-725AC793411D}" dt="2023-04-27T07:47:54.718" v="57" actId="1076"/>
          <ac:spMkLst>
            <pc:docMk/>
            <pc:sldMk cId="1569035592" sldId="691"/>
            <ac:spMk id="3" creationId="{D089B169-DA01-F1C2-C919-58C4E94F8367}"/>
          </ac:spMkLst>
        </pc:spChg>
        <pc:spChg chg="mod">
          <ac:chgData name="Satya Sravani" userId="S::satya@codebasics.io::5c51036d-9669-4df2-8c71-663b5e5d9b4e" providerId="AD" clId="Web-{F3093DAF-C515-04D0-DC02-725AC793411D}" dt="2023-04-27T07:47:54.718" v="58" actId="1076"/>
          <ac:spMkLst>
            <pc:docMk/>
            <pc:sldMk cId="1569035592" sldId="691"/>
            <ac:spMk id="5" creationId="{668A051A-EB4E-EF37-4C7E-555E32F5223E}"/>
          </ac:spMkLst>
        </pc:spChg>
        <pc:spChg chg="mod">
          <ac:chgData name="Satya Sravani" userId="S::satya@codebasics.io::5c51036d-9669-4df2-8c71-663b5e5d9b4e" providerId="AD" clId="Web-{F3093DAF-C515-04D0-DC02-725AC793411D}" dt="2023-04-27T07:47:54.749" v="61" actId="1076"/>
          <ac:spMkLst>
            <pc:docMk/>
            <pc:sldMk cId="1569035592" sldId="691"/>
            <ac:spMk id="6" creationId="{F1521B07-3F87-675E-F823-919D4280280B}"/>
          </ac:spMkLst>
        </pc:spChg>
        <pc:spChg chg="mod">
          <ac:chgData name="Satya Sravani" userId="S::satya@codebasics.io::5c51036d-9669-4df2-8c71-663b5e5d9b4e" providerId="AD" clId="Web-{F3093DAF-C515-04D0-DC02-725AC793411D}" dt="2023-04-27T07:47:54.749" v="62" actId="1076"/>
          <ac:spMkLst>
            <pc:docMk/>
            <pc:sldMk cId="1569035592" sldId="691"/>
            <ac:spMk id="7" creationId="{049A0CDD-9898-03B7-EF11-EA6BBF9DEC43}"/>
          </ac:spMkLst>
        </pc:spChg>
        <pc:spChg chg="mod">
          <ac:chgData name="Satya Sravani" userId="S::satya@codebasics.io::5c51036d-9669-4df2-8c71-663b5e5d9b4e" providerId="AD" clId="Web-{F3093DAF-C515-04D0-DC02-725AC793411D}" dt="2023-04-27T07:47:54.765" v="63" actId="1076"/>
          <ac:spMkLst>
            <pc:docMk/>
            <pc:sldMk cId="1569035592" sldId="691"/>
            <ac:spMk id="9" creationId="{D04EADC4-0AD3-78B5-F5C6-A115BF762360}"/>
          </ac:spMkLst>
        </pc:spChg>
        <pc:cxnChg chg="mod">
          <ac:chgData name="Satya Sravani" userId="S::satya@codebasics.io::5c51036d-9669-4df2-8c71-663b5e5d9b4e" providerId="AD" clId="Web-{F3093DAF-C515-04D0-DC02-725AC793411D}" dt="2023-04-27T07:47:54.734" v="60" actId="1076"/>
          <ac:cxnSpMkLst>
            <pc:docMk/>
            <pc:sldMk cId="1569035592" sldId="691"/>
            <ac:cxnSpMk id="4" creationId="{348914A8-2ACC-F3BF-A0CC-477243A24FD0}"/>
          </ac:cxnSpMkLst>
        </pc:cxnChg>
        <pc:cxnChg chg="mod">
          <ac:chgData name="Satya Sravani" userId="S::satya@codebasics.io::5c51036d-9669-4df2-8c71-663b5e5d9b4e" providerId="AD" clId="Web-{F3093DAF-C515-04D0-DC02-725AC793411D}" dt="2023-04-27T07:47:54.734" v="59" actId="1076"/>
          <ac:cxnSpMkLst>
            <pc:docMk/>
            <pc:sldMk cId="1569035592" sldId="691"/>
            <ac:cxnSpMk id="8" creationId="{381E31DD-70E2-0AF2-E701-F4A175844E8A}"/>
          </ac:cxnSpMkLst>
        </pc:cxnChg>
      </pc:sldChg>
    </pc:docChg>
  </pc:docChgLst>
  <pc:docChgLst>
    <pc:chgData name="Satya Sravani" userId="S::satya@codebasics.io::5c51036d-9669-4df2-8c71-663b5e5d9b4e" providerId="AD" clId="Web-{97B7CC7B-A933-4D96-96E7-94C15D073C98}"/>
    <pc:docChg chg="modSld">
      <pc:chgData name="Satya Sravani" userId="S::satya@codebasics.io::5c51036d-9669-4df2-8c71-663b5e5d9b4e" providerId="AD" clId="Web-{97B7CC7B-A933-4D96-96E7-94C15D073C98}" dt="2023-04-27T07:39:42.647" v="48" actId="14100"/>
      <pc:docMkLst>
        <pc:docMk/>
      </pc:docMkLst>
      <pc:sldChg chg="addSp modSp">
        <pc:chgData name="Satya Sravani" userId="S::satya@codebasics.io::5c51036d-9669-4df2-8c71-663b5e5d9b4e" providerId="AD" clId="Web-{97B7CC7B-A933-4D96-96E7-94C15D073C98}" dt="2023-04-27T07:34:46.170" v="14"/>
        <pc:sldMkLst>
          <pc:docMk/>
          <pc:sldMk cId="1352677886" sldId="685"/>
        </pc:sldMkLst>
        <pc:spChg chg="mod">
          <ac:chgData name="Satya Sravani" userId="S::satya@codebasics.io::5c51036d-9669-4df2-8c71-663b5e5d9b4e" providerId="AD" clId="Web-{97B7CC7B-A933-4D96-96E7-94C15D073C98}" dt="2023-04-27T07:33:50.059" v="7" actId="1076"/>
          <ac:spMkLst>
            <pc:docMk/>
            <pc:sldMk cId="1352677886" sldId="685"/>
            <ac:spMk id="2" creationId="{06932343-5D0A-B847-1355-0FC6258BA634}"/>
          </ac:spMkLst>
        </pc:spChg>
        <pc:spChg chg="add mod">
          <ac:chgData name="Satya Sravani" userId="S::satya@codebasics.io::5c51036d-9669-4df2-8c71-663b5e5d9b4e" providerId="AD" clId="Web-{97B7CC7B-A933-4D96-96E7-94C15D073C98}" dt="2023-04-27T07:34:12.669" v="9"/>
          <ac:spMkLst>
            <pc:docMk/>
            <pc:sldMk cId="1352677886" sldId="685"/>
            <ac:spMk id="4" creationId="{6FF61D9F-A7BD-21AC-3BB2-712F19BC8ED3}"/>
          </ac:spMkLst>
        </pc:spChg>
        <pc:spChg chg="mod">
          <ac:chgData name="Satya Sravani" userId="S::satya@codebasics.io::5c51036d-9669-4df2-8c71-663b5e5d9b4e" providerId="AD" clId="Web-{97B7CC7B-A933-4D96-96E7-94C15D073C98}" dt="2023-04-27T07:34:46.170" v="14"/>
          <ac:spMkLst>
            <pc:docMk/>
            <pc:sldMk cId="1352677886" sldId="685"/>
            <ac:spMk id="11" creationId="{23D88B53-A417-3C0F-D6BA-B3D66575206E}"/>
          </ac:spMkLst>
        </pc:spChg>
      </pc:sldChg>
      <pc:sldChg chg="addSp delSp modSp">
        <pc:chgData name="Satya Sravani" userId="S::satya@codebasics.io::5c51036d-9669-4df2-8c71-663b5e5d9b4e" providerId="AD" clId="Web-{97B7CC7B-A933-4D96-96E7-94C15D073C98}" dt="2023-04-27T07:39:42.647" v="48" actId="14100"/>
        <pc:sldMkLst>
          <pc:docMk/>
          <pc:sldMk cId="2495162275" sldId="686"/>
        </pc:sldMkLst>
        <pc:spChg chg="mod">
          <ac:chgData name="Satya Sravani" userId="S::satya@codebasics.io::5c51036d-9669-4df2-8c71-663b5e5d9b4e" providerId="AD" clId="Web-{97B7CC7B-A933-4D96-96E7-94C15D073C98}" dt="2023-04-27T07:35:29.921" v="21" actId="1076"/>
          <ac:spMkLst>
            <pc:docMk/>
            <pc:sldMk cId="2495162275" sldId="686"/>
            <ac:spMk id="3" creationId="{D089B169-DA01-F1C2-C919-58C4E94F8367}"/>
          </ac:spMkLst>
        </pc:spChg>
        <pc:spChg chg="mod">
          <ac:chgData name="Satya Sravani" userId="S::satya@codebasics.io::5c51036d-9669-4df2-8c71-663b5e5d9b4e" providerId="AD" clId="Web-{97B7CC7B-A933-4D96-96E7-94C15D073C98}" dt="2023-04-27T07:35:47.688" v="25" actId="20577"/>
          <ac:spMkLst>
            <pc:docMk/>
            <pc:sldMk cId="2495162275" sldId="686"/>
            <ac:spMk id="5" creationId="{668A051A-EB4E-EF37-4C7E-555E32F5223E}"/>
          </ac:spMkLst>
        </pc:spChg>
        <pc:spChg chg="add del">
          <ac:chgData name="Satya Sravani" userId="S::satya@codebasics.io::5c51036d-9669-4df2-8c71-663b5e5d9b4e" providerId="AD" clId="Web-{97B7CC7B-A933-4D96-96E7-94C15D073C98}" dt="2023-04-27T07:38:45.896" v="40"/>
          <ac:spMkLst>
            <pc:docMk/>
            <pc:sldMk cId="2495162275" sldId="686"/>
            <ac:spMk id="7" creationId="{2462DA74-9D11-C4E5-0E98-2251CDDA875F}"/>
          </ac:spMkLst>
        </pc:spChg>
        <pc:cxnChg chg="add del">
          <ac:chgData name="Satya Sravani" userId="S::satya@codebasics.io::5c51036d-9669-4df2-8c71-663b5e5d9b4e" providerId="AD" clId="Web-{97B7CC7B-A933-4D96-96E7-94C15D073C98}" dt="2023-04-27T07:36:09.876" v="27"/>
          <ac:cxnSpMkLst>
            <pc:docMk/>
            <pc:sldMk cId="2495162275" sldId="686"/>
            <ac:cxnSpMk id="4" creationId="{BB203943-73B0-27F8-717F-03031FDC6AC1}"/>
          </ac:cxnSpMkLst>
        </pc:cxnChg>
        <pc:cxnChg chg="add del mod">
          <ac:chgData name="Satya Sravani" userId="S::satya@codebasics.io::5c51036d-9669-4df2-8c71-663b5e5d9b4e" providerId="AD" clId="Web-{97B7CC7B-A933-4D96-96E7-94C15D073C98}" dt="2023-04-27T07:39:20.428" v="45"/>
          <ac:cxnSpMkLst>
            <pc:docMk/>
            <pc:sldMk cId="2495162275" sldId="686"/>
            <ac:cxnSpMk id="6" creationId="{D9372825-2575-A778-A55A-212D964496BF}"/>
          </ac:cxnSpMkLst>
        </pc:cxnChg>
        <pc:cxnChg chg="add mod">
          <ac:chgData name="Satya Sravani" userId="S::satya@codebasics.io::5c51036d-9669-4df2-8c71-663b5e5d9b4e" providerId="AD" clId="Web-{97B7CC7B-A933-4D96-96E7-94C15D073C98}" dt="2023-04-27T07:39:42.647" v="48" actId="14100"/>
          <ac:cxnSpMkLst>
            <pc:docMk/>
            <pc:sldMk cId="2495162275" sldId="686"/>
            <ac:cxnSpMk id="8" creationId="{381E31DD-70E2-0AF2-E701-F4A175844E8A}"/>
          </ac:cxnSpMkLst>
        </pc:cxnChg>
      </pc:sldChg>
    </pc:docChg>
  </pc:docChgLst>
  <pc:docChgLst>
    <pc:chgData name="Hem" userId="bea3b344-f516-4190-a918-690af99159cb" providerId="ADAL" clId="{E6EB9EAA-7296-4513-9457-B0ED7DBDFD7F}"/>
    <pc:docChg chg="undo custSel addSld delSld modSld sldOrd">
      <pc:chgData name="Hem" userId="bea3b344-f516-4190-a918-690af99159cb" providerId="ADAL" clId="{E6EB9EAA-7296-4513-9457-B0ED7DBDFD7F}" dt="2023-03-16T02:37:52.795" v="1194" actId="207"/>
      <pc:docMkLst>
        <pc:docMk/>
      </pc:docMkLst>
      <pc:sldChg chg="del">
        <pc:chgData name="Hem" userId="bea3b344-f516-4190-a918-690af99159cb" providerId="ADAL" clId="{E6EB9EAA-7296-4513-9457-B0ED7DBDFD7F}" dt="2023-03-16T02:11:55.543" v="119" actId="47"/>
        <pc:sldMkLst>
          <pc:docMk/>
          <pc:sldMk cId="1917270081" sldId="466"/>
        </pc:sldMkLst>
      </pc:sldChg>
      <pc:sldChg chg="del">
        <pc:chgData name="Hem" userId="bea3b344-f516-4190-a918-690af99159cb" providerId="ADAL" clId="{E6EB9EAA-7296-4513-9457-B0ED7DBDFD7F}" dt="2023-03-16T02:11:57.668" v="120" actId="47"/>
        <pc:sldMkLst>
          <pc:docMk/>
          <pc:sldMk cId="3564554955" sldId="467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907514166" sldId="649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1850680348" sldId="674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1545537262" sldId="675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2935753325" sldId="676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4105496249" sldId="677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4172227582" sldId="678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4195918118" sldId="683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2536041392" sldId="684"/>
        </pc:sldMkLst>
      </pc:sldChg>
      <pc:sldChg chg="addSp delSp modSp mod">
        <pc:chgData name="Hem" userId="bea3b344-f516-4190-a918-690af99159cb" providerId="ADAL" clId="{E6EB9EAA-7296-4513-9457-B0ED7DBDFD7F}" dt="2023-03-16T02:37:52.795" v="1194" actId="207"/>
        <pc:sldMkLst>
          <pc:docMk/>
          <pc:sldMk cId="1352677886" sldId="685"/>
        </pc:sldMkLst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2" creationId="{6DB1468E-45EE-773C-DF3A-F010D482CEC4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3" creationId="{C87E02CB-7C61-782A-60B8-5A8BC62BCE36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4" creationId="{31A89024-531B-134B-6EB8-2270E4A81681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5" creationId="{4626531E-4741-D5FA-FCAC-56811B7FF077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6" creationId="{813E2DA7-D47F-1866-4DE3-1132F3888704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7" creationId="{47A82D81-5E1A-EFFD-A61B-AB80A9686AC5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8" creationId="{0DCAA06B-FAC7-E3FE-C6BD-4772595DE38B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9" creationId="{E643E282-604A-F34A-920A-6805110EAD25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10" creationId="{6B93840F-B9EA-B4D2-D1B1-19C99D1B5D46}"/>
          </ac:spMkLst>
        </pc:spChg>
        <pc:spChg chg="add mod">
          <ac:chgData name="Hem" userId="bea3b344-f516-4190-a918-690af99159cb" providerId="ADAL" clId="{E6EB9EAA-7296-4513-9457-B0ED7DBDFD7F}" dt="2023-03-16T02:11:42.224" v="118" actId="1076"/>
          <ac:spMkLst>
            <pc:docMk/>
            <pc:sldMk cId="1352677886" sldId="685"/>
            <ac:spMk id="11" creationId="{23D88B53-A417-3C0F-D6BA-B3D66575206E}"/>
          </ac:spMkLst>
        </pc:spChg>
        <pc:spChg chg="add mod">
          <ac:chgData name="Hem" userId="bea3b344-f516-4190-a918-690af99159cb" providerId="ADAL" clId="{E6EB9EAA-7296-4513-9457-B0ED7DBDFD7F}" dt="2023-03-16T02:37:52.795" v="1194" actId="207"/>
          <ac:spMkLst>
            <pc:docMk/>
            <pc:sldMk cId="1352677886" sldId="685"/>
            <ac:spMk id="12" creationId="{64248806-0064-9E6A-4A1A-364EFA6DFE30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16" creationId="{D983B43D-B3A7-4F59-18B9-0ED1A33FBC2F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22" creationId="{4AD07338-B32C-A7E6-0F99-4CD6558998A0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24" creationId="{B57939EC-447A-BF5D-F065-0D01CBD47EB0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27" creationId="{217B9684-367C-B2D7-907A-799AA164FDDA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28" creationId="{708BBB09-9A87-DEA9-37ED-285FE510A268}"/>
          </ac:spMkLst>
        </pc:spChg>
        <pc:spChg chg="del">
          <ac:chgData name="Hem" userId="bea3b344-f516-4190-a918-690af99159cb" providerId="ADAL" clId="{E6EB9EAA-7296-4513-9457-B0ED7DBDFD7F}" dt="2023-03-16T02:09:31.974" v="0" actId="478"/>
          <ac:spMkLst>
            <pc:docMk/>
            <pc:sldMk cId="1352677886" sldId="685"/>
            <ac:spMk id="29" creationId="{07538F37-6AC7-9A34-BAAF-7777336B8F96}"/>
          </ac:spMkLst>
        </pc:spChg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2366972654" sldId="686"/>
        </pc:sldMkLst>
      </pc:sldChg>
      <pc:sldChg chg="addSp modSp new mod">
        <pc:chgData name="Hem" userId="bea3b344-f516-4190-a918-690af99159cb" providerId="ADAL" clId="{E6EB9EAA-7296-4513-9457-B0ED7DBDFD7F}" dt="2023-03-16T02:28:25.442" v="836" actId="1076"/>
        <pc:sldMkLst>
          <pc:docMk/>
          <pc:sldMk cId="2495162275" sldId="686"/>
        </pc:sldMkLst>
        <pc:spChg chg="add mod">
          <ac:chgData name="Hem" userId="bea3b344-f516-4190-a918-690af99159cb" providerId="ADAL" clId="{E6EB9EAA-7296-4513-9457-B0ED7DBDFD7F}" dt="2023-03-16T02:28:25.442" v="836" actId="1076"/>
          <ac:spMkLst>
            <pc:docMk/>
            <pc:sldMk cId="2495162275" sldId="686"/>
            <ac:spMk id="3" creationId="{D089B169-DA01-F1C2-C919-58C4E94F8367}"/>
          </ac:spMkLst>
        </pc:spChg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2201076006" sldId="687"/>
        </pc:sldMkLst>
      </pc:sldChg>
      <pc:sldChg chg="addSp modSp new mod">
        <pc:chgData name="Hem" userId="bea3b344-f516-4190-a918-690af99159cb" providerId="ADAL" clId="{E6EB9EAA-7296-4513-9457-B0ED7DBDFD7F}" dt="2023-03-16T02:24:46.341" v="566" actId="20577"/>
        <pc:sldMkLst>
          <pc:docMk/>
          <pc:sldMk cId="2427271307" sldId="687"/>
        </pc:sldMkLst>
        <pc:spChg chg="add mod">
          <ac:chgData name="Hem" userId="bea3b344-f516-4190-a918-690af99159cb" providerId="ADAL" clId="{E6EB9EAA-7296-4513-9457-B0ED7DBDFD7F}" dt="2023-03-16T02:19:28.606" v="289" actId="20577"/>
          <ac:spMkLst>
            <pc:docMk/>
            <pc:sldMk cId="2427271307" sldId="687"/>
            <ac:spMk id="3" creationId="{2B68D069-6DAC-352A-4B95-486AB72FC6FD}"/>
          </ac:spMkLst>
        </pc:spChg>
        <pc:spChg chg="add mod">
          <ac:chgData name="Hem" userId="bea3b344-f516-4190-a918-690af99159cb" providerId="ADAL" clId="{E6EB9EAA-7296-4513-9457-B0ED7DBDFD7F}" dt="2023-03-16T02:24:46.341" v="566" actId="20577"/>
          <ac:spMkLst>
            <pc:docMk/>
            <pc:sldMk cId="2427271307" sldId="687"/>
            <ac:spMk id="4" creationId="{18AE57F3-96AA-D311-17D6-A5B4023E3A4C}"/>
          </ac:spMkLst>
        </pc:spChg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986897370" sldId="688"/>
        </pc:sldMkLst>
      </pc:sldChg>
      <pc:sldChg chg="new ord">
        <pc:chgData name="Hem" userId="bea3b344-f516-4190-a918-690af99159cb" providerId="ADAL" clId="{E6EB9EAA-7296-4513-9457-B0ED7DBDFD7F}" dt="2023-03-16T02:37:10.102" v="1162" actId="20578"/>
        <pc:sldMkLst>
          <pc:docMk/>
          <pc:sldMk cId="2174074579" sldId="688"/>
        </pc:sldMkLst>
      </pc:sldChg>
      <pc:sldChg chg="modSp add mod">
        <pc:chgData name="Hem" userId="bea3b344-f516-4190-a918-690af99159cb" providerId="ADAL" clId="{E6EB9EAA-7296-4513-9457-B0ED7DBDFD7F}" dt="2023-03-16T02:23:34.364" v="350" actId="1076"/>
        <pc:sldMkLst>
          <pc:docMk/>
          <pc:sldMk cId="396958770" sldId="689"/>
        </pc:sldMkLst>
        <pc:spChg chg="mod">
          <ac:chgData name="Hem" userId="bea3b344-f516-4190-a918-690af99159cb" providerId="ADAL" clId="{E6EB9EAA-7296-4513-9457-B0ED7DBDFD7F}" dt="2023-03-16T02:23:34.364" v="350" actId="1076"/>
          <ac:spMkLst>
            <pc:docMk/>
            <pc:sldMk cId="396958770" sldId="689"/>
            <ac:spMk id="3" creationId="{D089B169-DA01-F1C2-C919-58C4E94F8367}"/>
          </ac:spMkLst>
        </pc:spChg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1279529669" sldId="689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807126700" sldId="690"/>
        </pc:sldMkLst>
      </pc:sldChg>
      <pc:sldChg chg="modSp add mod ord">
        <pc:chgData name="Hem" userId="bea3b344-f516-4190-a918-690af99159cb" providerId="ADAL" clId="{E6EB9EAA-7296-4513-9457-B0ED7DBDFD7F}" dt="2023-03-16T02:30:51.340" v="1048" actId="20577"/>
        <pc:sldMkLst>
          <pc:docMk/>
          <pc:sldMk cId="864021694" sldId="690"/>
        </pc:sldMkLst>
        <pc:spChg chg="mod">
          <ac:chgData name="Hem" userId="bea3b344-f516-4190-a918-690af99159cb" providerId="ADAL" clId="{E6EB9EAA-7296-4513-9457-B0ED7DBDFD7F}" dt="2023-03-16T02:30:51.340" v="1048" actId="20577"/>
          <ac:spMkLst>
            <pc:docMk/>
            <pc:sldMk cId="864021694" sldId="690"/>
            <ac:spMk id="4" creationId="{18AE57F3-96AA-D311-17D6-A5B4023E3A4C}"/>
          </ac:spMkLst>
        </pc:spChg>
      </pc:sldChg>
      <pc:sldChg chg="addSp modSp new mod">
        <pc:chgData name="Hem" userId="bea3b344-f516-4190-a918-690af99159cb" providerId="ADAL" clId="{E6EB9EAA-7296-4513-9457-B0ED7DBDFD7F}" dt="2023-03-16T02:28:36.389" v="864" actId="1076"/>
        <pc:sldMkLst>
          <pc:docMk/>
          <pc:sldMk cId="2077005103" sldId="691"/>
        </pc:sldMkLst>
        <pc:spChg chg="add mod">
          <ac:chgData name="Hem" userId="bea3b344-f516-4190-a918-690af99159cb" providerId="ADAL" clId="{E6EB9EAA-7296-4513-9457-B0ED7DBDFD7F}" dt="2023-03-16T02:28:36.389" v="864" actId="1076"/>
          <ac:spMkLst>
            <pc:docMk/>
            <pc:sldMk cId="2077005103" sldId="691"/>
            <ac:spMk id="3" creationId="{03F4AE2A-8423-5A08-A265-6E68FF2482EC}"/>
          </ac:spMkLst>
        </pc:spChg>
      </pc:sldChg>
      <pc:sldChg chg="modSp add mod">
        <pc:chgData name="Hem" userId="bea3b344-f516-4190-a918-690af99159cb" providerId="ADAL" clId="{E6EB9EAA-7296-4513-9457-B0ED7DBDFD7F}" dt="2023-03-16T02:29:54.904" v="926" actId="20577"/>
        <pc:sldMkLst>
          <pc:docMk/>
          <pc:sldMk cId="3303875808" sldId="692"/>
        </pc:sldMkLst>
        <pc:spChg chg="mod">
          <ac:chgData name="Hem" userId="bea3b344-f516-4190-a918-690af99159cb" providerId="ADAL" clId="{E6EB9EAA-7296-4513-9457-B0ED7DBDFD7F}" dt="2023-03-16T02:29:54.904" v="926" actId="20577"/>
          <ac:spMkLst>
            <pc:docMk/>
            <pc:sldMk cId="3303875808" sldId="692"/>
            <ac:spMk id="4" creationId="{18AE57F3-96AA-D311-17D6-A5B4023E3A4C}"/>
          </ac:spMkLst>
        </pc:spChg>
      </pc:sldChg>
      <pc:sldChg chg="addSp modSp new mod ord">
        <pc:chgData name="Hem" userId="bea3b344-f516-4190-a918-690af99159cb" providerId="ADAL" clId="{E6EB9EAA-7296-4513-9457-B0ED7DBDFD7F}" dt="2023-03-16T02:37:10.102" v="1162" actId="20578"/>
        <pc:sldMkLst>
          <pc:docMk/>
          <pc:sldMk cId="3565401057" sldId="693"/>
        </pc:sldMkLst>
        <pc:spChg chg="add mod">
          <ac:chgData name="Hem" userId="bea3b344-f516-4190-a918-690af99159cb" providerId="ADAL" clId="{E6EB9EAA-7296-4513-9457-B0ED7DBDFD7F}" dt="2023-03-16T02:32:59.650" v="1084" actId="20577"/>
          <ac:spMkLst>
            <pc:docMk/>
            <pc:sldMk cId="3565401057" sldId="693"/>
            <ac:spMk id="3" creationId="{7A2B1A9A-A2D2-7725-5B55-8B76C7F05145}"/>
          </ac:spMkLst>
        </pc:spChg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4076307994" sldId="693"/>
        </pc:sldMkLst>
      </pc:sldChg>
      <pc:sldChg chg="modSp add mod ord">
        <pc:chgData name="Hem" userId="bea3b344-f516-4190-a918-690af99159cb" providerId="ADAL" clId="{E6EB9EAA-7296-4513-9457-B0ED7DBDFD7F}" dt="2023-03-16T02:37:10.102" v="1162" actId="20578"/>
        <pc:sldMkLst>
          <pc:docMk/>
          <pc:sldMk cId="3233479994" sldId="694"/>
        </pc:sldMkLst>
        <pc:spChg chg="mod">
          <ac:chgData name="Hem" userId="bea3b344-f516-4190-a918-690af99159cb" providerId="ADAL" clId="{E6EB9EAA-7296-4513-9457-B0ED7DBDFD7F}" dt="2023-03-16T02:33:41.268" v="1126" actId="20577"/>
          <ac:spMkLst>
            <pc:docMk/>
            <pc:sldMk cId="3233479994" sldId="694"/>
            <ac:spMk id="3" creationId="{7A2B1A9A-A2D2-7725-5B55-8B76C7F05145}"/>
          </ac:spMkLst>
        </pc:spChg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3822378807" sldId="694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771868023" sldId="695"/>
        </pc:sldMkLst>
      </pc:sldChg>
      <pc:sldChg chg="new ord">
        <pc:chgData name="Hem" userId="bea3b344-f516-4190-a918-690af99159cb" providerId="ADAL" clId="{E6EB9EAA-7296-4513-9457-B0ED7DBDFD7F}" dt="2023-03-16T02:37:10.102" v="1162" actId="20578"/>
        <pc:sldMkLst>
          <pc:docMk/>
          <pc:sldMk cId="2147021218" sldId="695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229006791" sldId="696"/>
        </pc:sldMkLst>
      </pc:sldChg>
      <pc:sldChg chg="modSp add mod">
        <pc:chgData name="Hem" userId="bea3b344-f516-4190-a918-690af99159cb" providerId="ADAL" clId="{E6EB9EAA-7296-4513-9457-B0ED7DBDFD7F}" dt="2023-03-16T02:35:52.130" v="1159" actId="20577"/>
        <pc:sldMkLst>
          <pc:docMk/>
          <pc:sldMk cId="3817225336" sldId="696"/>
        </pc:sldMkLst>
        <pc:spChg chg="mod">
          <ac:chgData name="Hem" userId="bea3b344-f516-4190-a918-690af99159cb" providerId="ADAL" clId="{E6EB9EAA-7296-4513-9457-B0ED7DBDFD7F}" dt="2023-03-16T02:35:52.130" v="1159" actId="20577"/>
          <ac:spMkLst>
            <pc:docMk/>
            <pc:sldMk cId="3817225336" sldId="696"/>
            <ac:spMk id="3" creationId="{7A2B1A9A-A2D2-7725-5B55-8B76C7F05145}"/>
          </ac:spMkLst>
        </pc:spChg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799335042" sldId="697"/>
        </pc:sldMkLst>
      </pc:sldChg>
      <pc:sldChg chg="add">
        <pc:chgData name="Hem" userId="bea3b344-f516-4190-a918-690af99159cb" providerId="ADAL" clId="{E6EB9EAA-7296-4513-9457-B0ED7DBDFD7F}" dt="2023-03-16T02:37:13.593" v="1163"/>
        <pc:sldMkLst>
          <pc:docMk/>
          <pc:sldMk cId="4019095652" sldId="697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982721532" sldId="698"/>
        </pc:sldMkLst>
      </pc:sldChg>
      <pc:sldChg chg="new del">
        <pc:chgData name="Hem" userId="bea3b344-f516-4190-a918-690af99159cb" providerId="ADAL" clId="{E6EB9EAA-7296-4513-9457-B0ED7DBDFD7F}" dt="2023-03-16T02:37:25.550" v="1165" actId="47"/>
        <pc:sldMkLst>
          <pc:docMk/>
          <pc:sldMk cId="3375027714" sldId="698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2963405020" sldId="699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3155879575" sldId="700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4190786399" sldId="701"/>
        </pc:sldMkLst>
      </pc:sldChg>
      <pc:sldChg chg="del">
        <pc:chgData name="Hem" userId="bea3b344-f516-4190-a918-690af99159cb" providerId="ADAL" clId="{E6EB9EAA-7296-4513-9457-B0ED7DBDFD7F}" dt="2023-03-16T02:12:02.958" v="121" actId="47"/>
        <pc:sldMkLst>
          <pc:docMk/>
          <pc:sldMk cId="212635810" sldId="702"/>
        </pc:sldMkLst>
      </pc:sldChg>
    </pc:docChg>
  </pc:docChgLst>
  <pc:docChgLst>
    <pc:chgData name="Satya Sravani" userId="S::satya@codebasics.io::5c51036d-9669-4df2-8c71-663b5e5d9b4e" providerId="AD" clId="Web-{CCF35AB3-6CBB-5D07-EA72-C602EB70FAB3}"/>
    <pc:docChg chg="modSld">
      <pc:chgData name="Satya Sravani" userId="S::satya@codebasics.io::5c51036d-9669-4df2-8c71-663b5e5d9b4e" providerId="AD" clId="Web-{CCF35AB3-6CBB-5D07-EA72-C602EB70FAB3}" dt="2023-03-16T11:16:51.380" v="124" actId="1076"/>
      <pc:docMkLst>
        <pc:docMk/>
      </pc:docMkLst>
      <pc:sldChg chg="modSp">
        <pc:chgData name="Satya Sravani" userId="S::satya@codebasics.io::5c51036d-9669-4df2-8c71-663b5e5d9b4e" providerId="AD" clId="Web-{CCF35AB3-6CBB-5D07-EA72-C602EB70FAB3}" dt="2023-03-16T11:09:10.678" v="45" actId="20577"/>
        <pc:sldMkLst>
          <pc:docMk/>
          <pc:sldMk cId="1352677886" sldId="685"/>
        </pc:sldMkLst>
        <pc:spChg chg="mod">
          <ac:chgData name="Satya Sravani" userId="S::satya@codebasics.io::5c51036d-9669-4df2-8c71-663b5e5d9b4e" providerId="AD" clId="Web-{CCF35AB3-6CBB-5D07-EA72-C602EB70FAB3}" dt="2023-03-16T11:09:10.678" v="45" actId="20577"/>
          <ac:spMkLst>
            <pc:docMk/>
            <pc:sldMk cId="1352677886" sldId="685"/>
            <ac:spMk id="11" creationId="{23D88B53-A417-3C0F-D6BA-B3D66575206E}"/>
          </ac:spMkLst>
        </pc:spChg>
      </pc:sldChg>
      <pc:sldChg chg="modSp">
        <pc:chgData name="Satya Sravani" userId="S::satya@codebasics.io::5c51036d-9669-4df2-8c71-663b5e5d9b4e" providerId="AD" clId="Web-{CCF35AB3-6CBB-5D07-EA72-C602EB70FAB3}" dt="2023-03-16T11:12:43.731" v="92" actId="20577"/>
        <pc:sldMkLst>
          <pc:docMk/>
          <pc:sldMk cId="2495162275" sldId="686"/>
        </pc:sldMkLst>
        <pc:spChg chg="mod">
          <ac:chgData name="Satya Sravani" userId="S::satya@codebasics.io::5c51036d-9669-4df2-8c71-663b5e5d9b4e" providerId="AD" clId="Web-{CCF35AB3-6CBB-5D07-EA72-C602EB70FAB3}" dt="2023-03-16T11:12:43.731" v="92" actId="20577"/>
          <ac:spMkLst>
            <pc:docMk/>
            <pc:sldMk cId="2495162275" sldId="686"/>
            <ac:spMk id="3" creationId="{D089B169-DA01-F1C2-C919-58C4E94F8367}"/>
          </ac:spMkLst>
        </pc:spChg>
      </pc:sldChg>
      <pc:sldChg chg="modSp">
        <pc:chgData name="Satya Sravani" userId="S::satya@codebasics.io::5c51036d-9669-4df2-8c71-663b5e5d9b4e" providerId="AD" clId="Web-{CCF35AB3-6CBB-5D07-EA72-C602EB70FAB3}" dt="2023-03-16T11:13:21.326" v="93" actId="14100"/>
        <pc:sldMkLst>
          <pc:docMk/>
          <pc:sldMk cId="2427271307" sldId="687"/>
        </pc:sldMkLst>
        <pc:spChg chg="mod">
          <ac:chgData name="Satya Sravani" userId="S::satya@codebasics.io::5c51036d-9669-4df2-8c71-663b5e5d9b4e" providerId="AD" clId="Web-{CCF35AB3-6CBB-5D07-EA72-C602EB70FAB3}" dt="2023-03-16T11:13:21.326" v="93" actId="14100"/>
          <ac:spMkLst>
            <pc:docMk/>
            <pc:sldMk cId="2427271307" sldId="687"/>
            <ac:spMk id="4" creationId="{18AE57F3-96AA-D311-17D6-A5B4023E3A4C}"/>
          </ac:spMkLst>
        </pc:spChg>
        <pc:picChg chg="mod">
          <ac:chgData name="Satya Sravani" userId="S::satya@codebasics.io::5c51036d-9669-4df2-8c71-663b5e5d9b4e" providerId="AD" clId="Web-{CCF35AB3-6CBB-5D07-EA72-C602EB70FAB3}" dt="2023-03-16T11:12:16.824" v="90" actId="1076"/>
          <ac:picMkLst>
            <pc:docMk/>
            <pc:sldMk cId="2427271307" sldId="687"/>
            <ac:picMk id="6" creationId="{C734A2B9-D074-3FC8-BFDD-BED018E8F736}"/>
          </ac:picMkLst>
        </pc:picChg>
      </pc:sldChg>
      <pc:sldChg chg="modSp">
        <pc:chgData name="Satya Sravani" userId="S::satya@codebasics.io::5c51036d-9669-4df2-8c71-663b5e5d9b4e" providerId="AD" clId="Web-{CCF35AB3-6CBB-5D07-EA72-C602EB70FAB3}" dt="2023-03-16T11:13:45.718" v="95" actId="20577"/>
        <pc:sldMkLst>
          <pc:docMk/>
          <pc:sldMk cId="396958770" sldId="689"/>
        </pc:sldMkLst>
        <pc:spChg chg="mod">
          <ac:chgData name="Satya Sravani" userId="S::satya@codebasics.io::5c51036d-9669-4df2-8c71-663b5e5d9b4e" providerId="AD" clId="Web-{CCF35AB3-6CBB-5D07-EA72-C602EB70FAB3}" dt="2023-03-16T11:13:45.718" v="95" actId="20577"/>
          <ac:spMkLst>
            <pc:docMk/>
            <pc:sldMk cId="396958770" sldId="689"/>
            <ac:spMk id="3" creationId="{D089B169-DA01-F1C2-C919-58C4E94F8367}"/>
          </ac:spMkLst>
        </pc:spChg>
      </pc:sldChg>
      <pc:sldChg chg="modSp">
        <pc:chgData name="Satya Sravani" userId="S::satya@codebasics.io::5c51036d-9669-4df2-8c71-663b5e5d9b4e" providerId="AD" clId="Web-{CCF35AB3-6CBB-5D07-EA72-C602EB70FAB3}" dt="2023-03-16T11:16:51.380" v="124" actId="1076"/>
        <pc:sldMkLst>
          <pc:docMk/>
          <pc:sldMk cId="864021694" sldId="690"/>
        </pc:sldMkLst>
        <pc:spChg chg="mod">
          <ac:chgData name="Satya Sravani" userId="S::satya@codebasics.io::5c51036d-9669-4df2-8c71-663b5e5d9b4e" providerId="AD" clId="Web-{CCF35AB3-6CBB-5D07-EA72-C602EB70FAB3}" dt="2023-03-16T11:16:40.114" v="121" actId="20577"/>
          <ac:spMkLst>
            <pc:docMk/>
            <pc:sldMk cId="864021694" sldId="690"/>
            <ac:spMk id="4" creationId="{18AE57F3-96AA-D311-17D6-A5B4023E3A4C}"/>
          </ac:spMkLst>
        </pc:spChg>
        <pc:picChg chg="mod">
          <ac:chgData name="Satya Sravani" userId="S::satya@codebasics.io::5c51036d-9669-4df2-8c71-663b5e5d9b4e" providerId="AD" clId="Web-{CCF35AB3-6CBB-5D07-EA72-C602EB70FAB3}" dt="2023-03-16T11:16:51.380" v="124" actId="1076"/>
          <ac:picMkLst>
            <pc:docMk/>
            <pc:sldMk cId="864021694" sldId="690"/>
            <ac:picMk id="5" creationId="{52B3309E-57AC-D72F-BCBD-9BCC19CC2819}"/>
          </ac:picMkLst>
        </pc:picChg>
      </pc:sldChg>
      <pc:sldChg chg="modSp">
        <pc:chgData name="Satya Sravani" userId="S::satya@codebasics.io::5c51036d-9669-4df2-8c71-663b5e5d9b4e" providerId="AD" clId="Web-{CCF35AB3-6CBB-5D07-EA72-C602EB70FAB3}" dt="2023-03-16T11:09:25.928" v="46" actId="20577"/>
        <pc:sldMkLst>
          <pc:docMk/>
          <pc:sldMk cId="2077005103" sldId="691"/>
        </pc:sldMkLst>
        <pc:spChg chg="mod">
          <ac:chgData name="Satya Sravani" userId="S::satya@codebasics.io::5c51036d-9669-4df2-8c71-663b5e5d9b4e" providerId="AD" clId="Web-{CCF35AB3-6CBB-5D07-EA72-C602EB70FAB3}" dt="2023-03-16T11:09:25.928" v="46" actId="20577"/>
          <ac:spMkLst>
            <pc:docMk/>
            <pc:sldMk cId="2077005103" sldId="691"/>
            <ac:spMk id="3" creationId="{03F4AE2A-8423-5A08-A265-6E68FF2482EC}"/>
          </ac:spMkLst>
        </pc:spChg>
      </pc:sldChg>
      <pc:sldChg chg="modSp">
        <pc:chgData name="Satya Sravani" userId="S::satya@codebasics.io::5c51036d-9669-4df2-8c71-663b5e5d9b4e" providerId="AD" clId="Web-{CCF35AB3-6CBB-5D07-EA72-C602EB70FAB3}" dt="2023-03-16T11:14:47.251" v="106" actId="1076"/>
        <pc:sldMkLst>
          <pc:docMk/>
          <pc:sldMk cId="3303875808" sldId="692"/>
        </pc:sldMkLst>
        <pc:spChg chg="mod">
          <ac:chgData name="Satya Sravani" userId="S::satya@codebasics.io::5c51036d-9669-4df2-8c71-663b5e5d9b4e" providerId="AD" clId="Web-{CCF35AB3-6CBB-5D07-EA72-C602EB70FAB3}" dt="2023-03-16T11:14:47.251" v="106" actId="1076"/>
          <ac:spMkLst>
            <pc:docMk/>
            <pc:sldMk cId="3303875808" sldId="692"/>
            <ac:spMk id="4" creationId="{18AE57F3-96AA-D311-17D6-A5B4023E3A4C}"/>
          </ac:spMkLst>
        </pc:spChg>
        <pc:picChg chg="mod">
          <ac:chgData name="Satya Sravani" userId="S::satya@codebasics.io::5c51036d-9669-4df2-8c71-663b5e5d9b4e" providerId="AD" clId="Web-{CCF35AB3-6CBB-5D07-EA72-C602EB70FAB3}" dt="2023-03-16T11:08:23.333" v="37" actId="1076"/>
          <ac:picMkLst>
            <pc:docMk/>
            <pc:sldMk cId="3303875808" sldId="692"/>
            <ac:picMk id="8" creationId="{74A0F984-4957-A242-00B4-DA1DC318EDAC}"/>
          </ac:picMkLst>
        </pc:picChg>
      </pc:sldChg>
    </pc:docChg>
  </pc:docChgLst>
  <pc:docChgLst>
    <pc:chgData name="Kirandeep Marala" userId="S::kirandeep@codebasics.io::17987421-ee84-4a94-ab73-814a1c37fe91" providerId="AD" clId="Web-{44BC147F-905A-48E3-9B1B-92784ECA7620}"/>
    <pc:docChg chg="modSld">
      <pc:chgData name="Kirandeep Marala" userId="S::kirandeep@codebasics.io::17987421-ee84-4a94-ab73-814a1c37fe91" providerId="AD" clId="Web-{44BC147F-905A-48E3-9B1B-92784ECA7620}" dt="2023-03-16T10:57:01.777" v="10" actId="14100"/>
      <pc:docMkLst>
        <pc:docMk/>
      </pc:docMkLst>
      <pc:sldChg chg="addSp delSp modSp">
        <pc:chgData name="Kirandeep Marala" userId="S::kirandeep@codebasics.io::17987421-ee84-4a94-ab73-814a1c37fe91" providerId="AD" clId="Web-{44BC147F-905A-48E3-9B1B-92784ECA7620}" dt="2023-03-16T10:57:01.777" v="10" actId="14100"/>
        <pc:sldMkLst>
          <pc:docMk/>
          <pc:sldMk cId="864021694" sldId="690"/>
        </pc:sldMkLst>
        <pc:spChg chg="del">
          <ac:chgData name="Kirandeep Marala" userId="S::kirandeep@codebasics.io::17987421-ee84-4a94-ab73-814a1c37fe91" providerId="AD" clId="Web-{44BC147F-905A-48E3-9B1B-92784ECA7620}" dt="2023-03-16T10:55:53.651" v="0"/>
          <ac:spMkLst>
            <pc:docMk/>
            <pc:sldMk cId="864021694" sldId="690"/>
            <ac:spMk id="3" creationId="{2B68D069-6DAC-352A-4B95-486AB72FC6FD}"/>
          </ac:spMkLst>
        </pc:spChg>
        <pc:picChg chg="add mod">
          <ac:chgData name="Kirandeep Marala" userId="S::kirandeep@codebasics.io::17987421-ee84-4a94-ab73-814a1c37fe91" providerId="AD" clId="Web-{44BC147F-905A-48E3-9B1B-92784ECA7620}" dt="2023-03-16T10:57:01.777" v="10" actId="14100"/>
          <ac:picMkLst>
            <pc:docMk/>
            <pc:sldMk cId="864021694" sldId="690"/>
            <ac:picMk id="5" creationId="{52B3309E-57AC-D72F-BCBD-9BCC19CC28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237B0-940B-42BF-AD4D-ECA44E5E96C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C5DF0-9160-4F33-AEC7-C4C6ADA28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73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384175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928077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46629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22961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877497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541832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302591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653992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386153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0123055" y="6356351"/>
            <a:ext cx="1884219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15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3D88B53-A417-3C0F-D6BA-B3D66575206E}"/>
              </a:ext>
            </a:extLst>
          </p:cNvPr>
          <p:cNvSpPr txBox="1"/>
          <p:nvPr/>
        </p:nvSpPr>
        <p:spPr>
          <a:xfrm>
            <a:off x="1489435" y="1466882"/>
            <a:ext cx="939852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dirty="0">
                <a:solidFill>
                  <a:srgbClr val="FFC000"/>
                </a:solidFill>
                <a:latin typeface="Poppins Medium"/>
                <a:cs typeface="Poppins Medium"/>
              </a:rPr>
              <a:t>Shield Insurance Insights</a:t>
            </a:r>
            <a:endParaRPr lang="en-IN" sz="4400" b="1" dirty="0">
              <a:solidFill>
                <a:srgbClr val="FFC000"/>
              </a:solidFill>
              <a:latin typeface="Poppins Medium"/>
              <a:cs typeface="Poppins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932343-5D0A-B847-1355-0FC6258BA634}"/>
              </a:ext>
            </a:extLst>
          </p:cNvPr>
          <p:cNvSpPr txBox="1"/>
          <p:nvPr/>
        </p:nvSpPr>
        <p:spPr>
          <a:xfrm>
            <a:off x="2723536" y="2953786"/>
            <a:ext cx="6966857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Söhne"/>
              </a:rPr>
              <a:t>This presentation will provide observations and actionable insights to the stakeholders.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DC112EF-D496-AE75-5B4B-D192A07CE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955" y="4091232"/>
            <a:ext cx="2960017" cy="238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7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9B169-DA01-F1C2-C919-58C4E94F8367}"/>
              </a:ext>
            </a:extLst>
          </p:cNvPr>
          <p:cNvSpPr txBox="1"/>
          <p:nvPr/>
        </p:nvSpPr>
        <p:spPr>
          <a:xfrm>
            <a:off x="2906821" y="1659897"/>
            <a:ext cx="58286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Poppins Medium"/>
                <a:cs typeface="Poppins Medium"/>
              </a:rPr>
              <a:t>What will be covered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A051A-EB4E-EF37-4C7E-555E32F5223E}"/>
              </a:ext>
            </a:extLst>
          </p:cNvPr>
          <p:cNvSpPr txBox="1"/>
          <p:nvPr/>
        </p:nvSpPr>
        <p:spPr>
          <a:xfrm>
            <a:off x="3172712" y="2826829"/>
            <a:ext cx="60960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öhne"/>
              </a:rPr>
              <a:t>Introduction to Shield Insurance </a:t>
            </a:r>
            <a:endParaRPr lang="en-IN" sz="2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1E31DD-70E2-0AF2-E701-F4A175844E8A}"/>
              </a:ext>
            </a:extLst>
          </p:cNvPr>
          <p:cNvCxnSpPr/>
          <p:nvPr/>
        </p:nvCxnSpPr>
        <p:spPr>
          <a:xfrm flipH="1">
            <a:off x="3030361" y="2527249"/>
            <a:ext cx="14013" cy="2656529"/>
          </a:xfrm>
          <a:prstGeom prst="straightConnector1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8914A8-2ACC-F3BF-A0CC-477243A24FD0}"/>
              </a:ext>
            </a:extLst>
          </p:cNvPr>
          <p:cNvCxnSpPr>
            <a:cxnSpLocks/>
          </p:cNvCxnSpPr>
          <p:nvPr/>
        </p:nvCxnSpPr>
        <p:spPr>
          <a:xfrm flipV="1">
            <a:off x="3030338" y="2512931"/>
            <a:ext cx="5992920" cy="20366"/>
          </a:xfrm>
          <a:prstGeom prst="straightConnector1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521B07-3F87-675E-F823-919D4280280B}"/>
              </a:ext>
            </a:extLst>
          </p:cNvPr>
          <p:cNvSpPr txBox="1"/>
          <p:nvPr/>
        </p:nvSpPr>
        <p:spPr>
          <a:xfrm>
            <a:off x="3172712" y="3296262"/>
            <a:ext cx="60880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Söhne"/>
              </a:rPr>
              <a:t>Introduction to Key Metrics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9A0CDD-9898-03B7-EF11-EA6BBF9DEC43}"/>
              </a:ext>
            </a:extLst>
          </p:cNvPr>
          <p:cNvSpPr/>
          <p:nvPr/>
        </p:nvSpPr>
        <p:spPr>
          <a:xfrm>
            <a:off x="2952959" y="2943261"/>
            <a:ext cx="151190" cy="157238"/>
          </a:xfrm>
          <a:prstGeom prst="ellipse">
            <a:avLst/>
          </a:prstGeom>
          <a:solidFill>
            <a:srgbClr val="EDCB0C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4EADC4-0AD3-78B5-F5C6-A115BF762360}"/>
              </a:ext>
            </a:extLst>
          </p:cNvPr>
          <p:cNvSpPr/>
          <p:nvPr/>
        </p:nvSpPr>
        <p:spPr>
          <a:xfrm>
            <a:off x="2947866" y="3417698"/>
            <a:ext cx="151190" cy="157238"/>
          </a:xfrm>
          <a:prstGeom prst="ellipse">
            <a:avLst/>
          </a:prstGeom>
          <a:solidFill>
            <a:srgbClr val="EDCB0C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032D77-D223-B7AA-C777-6A8DF1DD1FBC}"/>
              </a:ext>
            </a:extLst>
          </p:cNvPr>
          <p:cNvSpPr/>
          <p:nvPr/>
        </p:nvSpPr>
        <p:spPr>
          <a:xfrm>
            <a:off x="2947866" y="3855513"/>
            <a:ext cx="151190" cy="157238"/>
          </a:xfrm>
          <a:prstGeom prst="ellipse">
            <a:avLst/>
          </a:prstGeom>
          <a:solidFill>
            <a:srgbClr val="EDCB0C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C77988-9A4F-FD3F-35BA-1774EE81B5CE}"/>
              </a:ext>
            </a:extLst>
          </p:cNvPr>
          <p:cNvSpPr txBox="1"/>
          <p:nvPr/>
        </p:nvSpPr>
        <p:spPr>
          <a:xfrm>
            <a:off x="3156052" y="3734077"/>
            <a:ext cx="60880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Söhne"/>
              </a:rPr>
              <a:t>Brief about the dataset and model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2489AF-FA4A-BE4E-7610-F7FBE0722292}"/>
              </a:ext>
            </a:extLst>
          </p:cNvPr>
          <p:cNvSpPr/>
          <p:nvPr/>
        </p:nvSpPr>
        <p:spPr>
          <a:xfrm>
            <a:off x="2947866" y="4273525"/>
            <a:ext cx="151190" cy="157238"/>
          </a:xfrm>
          <a:prstGeom prst="ellipse">
            <a:avLst/>
          </a:prstGeom>
          <a:solidFill>
            <a:srgbClr val="EDCB0C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B84E9F-D3A0-DECA-A286-E7806A4ECB01}"/>
              </a:ext>
            </a:extLst>
          </p:cNvPr>
          <p:cNvSpPr/>
          <p:nvPr/>
        </p:nvSpPr>
        <p:spPr>
          <a:xfrm>
            <a:off x="2947866" y="4728651"/>
            <a:ext cx="151190" cy="157238"/>
          </a:xfrm>
          <a:prstGeom prst="ellipse">
            <a:avLst/>
          </a:prstGeom>
          <a:solidFill>
            <a:srgbClr val="EDCB0C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B3ADF-8D9E-BCFB-8102-FC0A33EFB779}"/>
              </a:ext>
            </a:extLst>
          </p:cNvPr>
          <p:cNvSpPr txBox="1"/>
          <p:nvPr/>
        </p:nvSpPr>
        <p:spPr>
          <a:xfrm>
            <a:off x="3156052" y="4186568"/>
            <a:ext cx="60880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Söhne"/>
              </a:rPr>
              <a:t>Key Observations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1C7F26-F0DA-B899-B2E7-F08CD3B023EF}"/>
              </a:ext>
            </a:extLst>
          </p:cNvPr>
          <p:cNvSpPr txBox="1"/>
          <p:nvPr/>
        </p:nvSpPr>
        <p:spPr>
          <a:xfrm>
            <a:off x="3172712" y="4607215"/>
            <a:ext cx="60880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Söhne"/>
              </a:rPr>
              <a:t>Suggestions to the stakeholder</a:t>
            </a:r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F7CCA08-B80D-82F3-6267-ACB31DC74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062" y="141402"/>
            <a:ext cx="1373839" cy="110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6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D925-E501-015B-FC6E-D9F474BD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EDCB0C"/>
                </a:solidFill>
              </a:rPr>
              <a:t>A brief about Shield Insurance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6E46B-6A19-7B76-2C16-1C1789EEA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“ Not just insurance but  a shield for your family !”</a:t>
            </a:r>
          </a:p>
          <a:p>
            <a:pPr marL="152396" indent="0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is not just a quote but a promise that has been delivered by the founder of Shield Insurance, Bruce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Haryali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who started this company after a close friend of his went through a certain mishap during their college days. Taking things to heart, he decided to start an insurance company that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wasnt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just reasonable but empathetic during crisis-something which his friend didn’t get at the time of his need. Conceptualized during 2021 and launched during the end of 2022-Shield Insurance has done considerably well in the competitive insurance market. This has been testified by the clocked revenue of almost a billion rupees and 27000 insurance customers in just a span of 5 months of operations! Presently operating in 5 cities-Delhi NCR, Indore 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Hyderabad,Chennai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and Mumbai and serving all age groups with 9 policies and approaching them via four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channels,Shield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aims to expand PAN India till the end of 2024. </a:t>
            </a:r>
          </a:p>
          <a:p>
            <a:pPr marL="152396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AA57FA81-5F6C-F71F-3D90-BC4434143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435" y="166945"/>
            <a:ext cx="1373839" cy="110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2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175A-61F0-5AF1-36ED-FE962B33A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EDCB0C"/>
                </a:solidFill>
              </a:rPr>
              <a:t>Key Metrics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26255-CAF6-3AA1-8976-F8FB29691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>
                <a:solidFill>
                  <a:schemeClr val="bg1"/>
                </a:solidFill>
              </a:rPr>
              <a:t>The following key metrics were used during the analysis: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Customers </a:t>
            </a:r>
            <a:r>
              <a:rPr lang="en-US" dirty="0" err="1">
                <a:solidFill>
                  <a:schemeClr val="bg1"/>
                </a:solidFill>
              </a:rPr>
              <a:t>Gained:The</a:t>
            </a:r>
            <a:r>
              <a:rPr lang="en-US" dirty="0">
                <a:solidFill>
                  <a:schemeClr val="bg1"/>
                </a:solidFill>
              </a:rPr>
              <a:t> total number of new customers acquired through various sales channels.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Revenue </a:t>
            </a:r>
            <a:r>
              <a:rPr lang="en-US" dirty="0" err="1">
                <a:solidFill>
                  <a:schemeClr val="bg1"/>
                </a:solidFill>
              </a:rPr>
              <a:t>Generated:The</a:t>
            </a:r>
            <a:r>
              <a:rPr lang="en-US" dirty="0">
                <a:solidFill>
                  <a:schemeClr val="bg1"/>
                </a:solidFill>
              </a:rPr>
              <a:t> total premium amount received from customers.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Daily Customer Growth </a:t>
            </a:r>
            <a:r>
              <a:rPr lang="en-US" dirty="0" err="1">
                <a:solidFill>
                  <a:schemeClr val="bg1"/>
                </a:solidFill>
              </a:rPr>
              <a:t>Rate:The</a:t>
            </a:r>
            <a:r>
              <a:rPr lang="en-US" dirty="0">
                <a:solidFill>
                  <a:schemeClr val="bg1"/>
                </a:solidFill>
              </a:rPr>
              <a:t> percentage increase or decrease in customer acquisition compared to the previous day.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Daily Revenue Growth </a:t>
            </a:r>
            <a:r>
              <a:rPr lang="en-US" dirty="0" err="1">
                <a:solidFill>
                  <a:schemeClr val="bg1"/>
                </a:solidFill>
              </a:rPr>
              <a:t>Rate:The</a:t>
            </a:r>
            <a:r>
              <a:rPr lang="en-US" dirty="0">
                <a:solidFill>
                  <a:schemeClr val="bg1"/>
                </a:solidFill>
              </a:rPr>
              <a:t> percentage change in revenue compared to the previous day’s revenue.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Average Expected Settlement </a:t>
            </a:r>
            <a:r>
              <a:rPr lang="en-US" dirty="0" err="1">
                <a:solidFill>
                  <a:schemeClr val="bg1"/>
                </a:solidFill>
              </a:rPr>
              <a:t>Rate:The</a:t>
            </a:r>
            <a:r>
              <a:rPr lang="en-US" dirty="0">
                <a:solidFill>
                  <a:schemeClr val="bg1"/>
                </a:solidFill>
              </a:rPr>
              <a:t> mean expected settlement rate calculated for each customer age group.</a:t>
            </a:r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05CFB82-E09F-3E3C-CD4D-765A70AA7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435" y="166945"/>
            <a:ext cx="1373839" cy="110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8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FA517-5330-E751-0BD7-5C8F196D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EDCB0C"/>
                </a:solidFill>
              </a:rPr>
              <a:t>Brief about the data model and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43C0A-361C-F6D4-1283-FDCC27300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658" y="1112363"/>
            <a:ext cx="11474742" cy="4979470"/>
          </a:xfrm>
        </p:spPr>
        <p:txBody>
          <a:bodyPr>
            <a:normAutofit fontScale="92500"/>
          </a:bodyPr>
          <a:lstStyle/>
          <a:p>
            <a:pPr marL="152396" indent="0">
              <a:buNone/>
            </a:pPr>
            <a:r>
              <a:rPr lang="en-US" dirty="0">
                <a:solidFill>
                  <a:schemeClr val="bg1"/>
                </a:solidFill>
              </a:rPr>
              <a:t>The data model adopts a </a:t>
            </a:r>
            <a:r>
              <a:rPr lang="en-US" b="1" dirty="0">
                <a:solidFill>
                  <a:schemeClr val="bg1"/>
                </a:solidFill>
              </a:rPr>
              <a:t>star schema</a:t>
            </a:r>
            <a:r>
              <a:rPr lang="en-US" dirty="0">
                <a:solidFill>
                  <a:schemeClr val="bg1"/>
                </a:solidFill>
              </a:rPr>
              <a:t> design, connecting dimension tables to the fact tables through key relationships. This structure ensures optimized performance, simplified DAX calculations, and efficient analysis of customer, policy, and revenue metrics across time.</a:t>
            </a:r>
          </a:p>
          <a:p>
            <a:pPr marL="152396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fact_premiums:Stores</a:t>
            </a:r>
            <a:r>
              <a:rPr lang="en-US" dirty="0">
                <a:solidFill>
                  <a:schemeClr val="bg1"/>
                </a:solidFill>
              </a:rPr>
              <a:t> transaction-level premium data including customer codes, policy IDs, dates, and final premium amounts. It serves as the main fact table for analyzing revenue generation and premium trends.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fact_settlements:Contains</a:t>
            </a:r>
            <a:r>
              <a:rPr lang="en-US" dirty="0">
                <a:solidFill>
                  <a:schemeClr val="bg1"/>
                </a:solidFill>
              </a:rPr>
              <a:t> settlement-related information such as age, age group, and settlement percentage. It helps assess settlement performance and patterns across different demographic groups.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dim_customer:Provides</a:t>
            </a:r>
            <a:r>
              <a:rPr lang="en-US" dirty="0">
                <a:solidFill>
                  <a:schemeClr val="bg1"/>
                </a:solidFill>
              </a:rPr>
              <a:t> customer demographics and attributes like city, date of birth, age group, and </a:t>
            </a:r>
            <a:r>
              <a:rPr lang="en-US" dirty="0" err="1">
                <a:solidFill>
                  <a:schemeClr val="bg1"/>
                </a:solidFill>
              </a:rPr>
              <a:t>Mulank</a:t>
            </a:r>
            <a:r>
              <a:rPr lang="en-US" dirty="0">
                <a:solidFill>
                  <a:schemeClr val="bg1"/>
                </a:solidFill>
              </a:rPr>
              <a:t>. This table enables segmentation and customer-based analysis.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dim_policies:Holds</a:t>
            </a:r>
            <a:r>
              <a:rPr lang="en-US" dirty="0">
                <a:solidFill>
                  <a:schemeClr val="bg1"/>
                </a:solidFill>
              </a:rPr>
              <a:t> policy-specific details including policy ID, base coverage amount, and base premium amount, supporting analysis of policy structures and premium distribution.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dim_date:Acts</a:t>
            </a:r>
            <a:r>
              <a:rPr lang="en-US" dirty="0">
                <a:solidFill>
                  <a:schemeClr val="bg1"/>
                </a:solidFill>
              </a:rPr>
              <a:t> as the central time dimension with fields for date, day, month, and week, allowing robust time-based filtering and growth calculations.</a:t>
            </a:r>
          </a:p>
          <a:p>
            <a:pPr marL="152396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693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6479-7FFA-2CC6-15A5-DB4CFA6E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EDCB0C"/>
                </a:solidFill>
              </a:rPr>
              <a:t>Key observations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26B7A-8EE8-7E3D-27DF-B2534843B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52396" indent="0">
              <a:buClr>
                <a:schemeClr val="bg1"/>
              </a:buClr>
              <a:buNone/>
            </a:pPr>
            <a:r>
              <a:rPr lang="en-US" dirty="0">
                <a:solidFill>
                  <a:schemeClr val="bg1"/>
                </a:solidFill>
              </a:rPr>
              <a:t>Across three dashboards, here are some key important observations for the users: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Revenue generation and Customer acquisition has grown overall since it’s inception on November 2022 ,as of March 2023 which is a positive sign for the business. 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two key metrics as mentioned above have shown a spike on February 2023 and then a steep fall on March 2023 which shows that the business has slowed down.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above two facts clearly establish that Revenue generation and customer </a:t>
            </a:r>
            <a:r>
              <a:rPr lang="en-US" dirty="0" err="1">
                <a:solidFill>
                  <a:schemeClr val="bg1"/>
                </a:solidFill>
              </a:rPr>
              <a:t>acquiisiton</a:t>
            </a:r>
            <a:r>
              <a:rPr lang="en-US" dirty="0">
                <a:solidFill>
                  <a:schemeClr val="bg1"/>
                </a:solidFill>
              </a:rPr>
              <a:t> go hand in hand and strongly correlated. 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However the daily revenue and customer </a:t>
            </a:r>
            <a:r>
              <a:rPr lang="en-US" dirty="0" err="1">
                <a:solidFill>
                  <a:schemeClr val="bg1"/>
                </a:solidFill>
              </a:rPr>
              <a:t>acquisiton</a:t>
            </a:r>
            <a:r>
              <a:rPr lang="en-US" dirty="0">
                <a:solidFill>
                  <a:schemeClr val="bg1"/>
                </a:solidFill>
              </a:rPr>
              <a:t> show a steady rate of around 1.2%-1.3% for both metrics, which means the business is growing steadily. 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average expected settlement is around 62% across age groups.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Offline Agent is the most popular sales channel bringing more than half of the customers and revenue while online website brings only 1/8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of revenue and customers. 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Concentration of Customers and revenue is the highest in Delhi-NCR and the lowest in Indore. 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Policy POL4321HEL is the most selling policy and POL1048HEL is the least selling policy. 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 The age groups of 51-65 and 65+ have more revenue per customer than other age groups.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42C75-408A-2E2D-C064-E3E48926CD1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43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E0A5-4413-4308-F058-B39B1ABFC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8593-7F12-95A6-0925-FD1B7DAE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EDCB0C"/>
                </a:solidFill>
              </a:rPr>
              <a:t>Suggestions to the stakeholder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97A45-04BB-A9C8-013A-07EE9F2DF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2396" indent="0">
              <a:buClr>
                <a:schemeClr val="bg1"/>
              </a:buClr>
              <a:buNone/>
            </a:pPr>
            <a:r>
              <a:rPr lang="en-US" dirty="0">
                <a:solidFill>
                  <a:schemeClr val="bg1"/>
                </a:solidFill>
              </a:rPr>
              <a:t>Across three dashboards, here are some key important observations for the users: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Strengthen Online Sales </a:t>
            </a:r>
            <a:r>
              <a:rPr lang="en-US" dirty="0" err="1">
                <a:solidFill>
                  <a:schemeClr val="bg1"/>
                </a:solidFill>
              </a:rPr>
              <a:t>Channels:Invest</a:t>
            </a:r>
            <a:r>
              <a:rPr lang="en-US" dirty="0">
                <a:solidFill>
                  <a:schemeClr val="bg1"/>
                </a:solidFill>
              </a:rPr>
              <a:t> in digital marketing and user experience improvements to increase conversions from online platforms, balancing dependence on offline agents.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Focus on Retention and </a:t>
            </a:r>
            <a:r>
              <a:rPr lang="en-US" dirty="0" err="1">
                <a:solidFill>
                  <a:schemeClr val="bg1"/>
                </a:solidFill>
              </a:rPr>
              <a:t>Upselling:Since</a:t>
            </a:r>
            <a:r>
              <a:rPr lang="en-US" dirty="0">
                <a:solidFill>
                  <a:schemeClr val="bg1"/>
                </a:solidFill>
              </a:rPr>
              <a:t> revenue and customer acquisition are highly correlated, introducing loyalty programs or policy upgrades can sustain steady growth.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Target Low-Performing </a:t>
            </a:r>
            <a:r>
              <a:rPr lang="en-US" dirty="0" err="1">
                <a:solidFill>
                  <a:schemeClr val="bg1"/>
                </a:solidFill>
              </a:rPr>
              <a:t>Regions:Implement</a:t>
            </a:r>
            <a:r>
              <a:rPr lang="en-US" dirty="0">
                <a:solidFill>
                  <a:schemeClr val="bg1"/>
                </a:solidFill>
              </a:rPr>
              <a:t> localized campaigns and partnerships in underperforming markets like Indore to expand regional presence.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Optimize Product </a:t>
            </a:r>
            <a:r>
              <a:rPr lang="en-US" dirty="0" err="1">
                <a:solidFill>
                  <a:schemeClr val="bg1"/>
                </a:solidFill>
              </a:rPr>
              <a:t>Portfolio:Analyze</a:t>
            </a:r>
            <a:r>
              <a:rPr lang="en-US" dirty="0">
                <a:solidFill>
                  <a:schemeClr val="bg1"/>
                </a:solidFill>
              </a:rPr>
              <a:t> pricing and customer feedback for POL1048HEL to identify reasons for low sales, while replicating success factors of POL4321HEL.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Leverage High-Value Age </a:t>
            </a:r>
            <a:r>
              <a:rPr lang="en-US" dirty="0" err="1">
                <a:solidFill>
                  <a:schemeClr val="bg1"/>
                </a:solidFill>
              </a:rPr>
              <a:t>Segments:Prioritize</a:t>
            </a:r>
            <a:r>
              <a:rPr lang="en-US" dirty="0">
                <a:solidFill>
                  <a:schemeClr val="bg1"/>
                </a:solidFill>
              </a:rPr>
              <a:t> marketing and tailored policies for customers aged 51–65 and 65+, as they generate higher revenue per customer.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Maintain Operational </a:t>
            </a:r>
            <a:r>
              <a:rPr lang="en-US" dirty="0" err="1">
                <a:solidFill>
                  <a:schemeClr val="bg1"/>
                </a:solidFill>
              </a:rPr>
              <a:t>Efficiency:With</a:t>
            </a:r>
            <a:r>
              <a:rPr lang="en-US" dirty="0">
                <a:solidFill>
                  <a:schemeClr val="bg1"/>
                </a:solidFill>
              </a:rPr>
              <a:t> an </a:t>
            </a:r>
            <a:r>
              <a:rPr lang="en-US">
                <a:solidFill>
                  <a:schemeClr val="bg1"/>
                </a:solidFill>
              </a:rPr>
              <a:t>average expected settlement </a:t>
            </a:r>
            <a:r>
              <a:rPr lang="en-US" dirty="0">
                <a:solidFill>
                  <a:schemeClr val="bg1"/>
                </a:solidFill>
              </a:rPr>
              <a:t>rate of 62%, focus on process automation and customer support to sustain or improve this benchmark.</a:t>
            </a:r>
          </a:p>
          <a:p>
            <a:pPr marL="609596" indent="-457200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Monitor Growth </a:t>
            </a:r>
            <a:r>
              <a:rPr lang="en-US" dirty="0" err="1">
                <a:solidFill>
                  <a:schemeClr val="bg1"/>
                </a:solidFill>
              </a:rPr>
              <a:t>Volatility:Investigate</a:t>
            </a:r>
            <a:r>
              <a:rPr lang="en-US" dirty="0">
                <a:solidFill>
                  <a:schemeClr val="bg1"/>
                </a:solidFill>
              </a:rPr>
              <a:t> reasons behind the February spike and March slowdown to build more stable, predictable monthly performance trends.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B6D6F-8DA3-4FBD-BFA0-DA80EE12E57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codebasics INC​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88075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4783CF63E7D41B69B4E41169D380C" ma:contentTypeVersion="13" ma:contentTypeDescription="Create a new document." ma:contentTypeScope="" ma:versionID="598d246b840fa1ab49682bdca441c14e">
  <xsd:schema xmlns:xsd="http://www.w3.org/2001/XMLSchema" xmlns:xs="http://www.w3.org/2001/XMLSchema" xmlns:p="http://schemas.microsoft.com/office/2006/metadata/properties" xmlns:ns2="b8a4b99c-9b0e-4f59-aa2a-8b6a3de16c94" xmlns:ns3="eb6d4c3c-27e6-40f7-a5be-c2d429b5cb83" targetNamespace="http://schemas.microsoft.com/office/2006/metadata/properties" ma:root="true" ma:fieldsID="db472b86334a0b0445eb12228e088e6d" ns2:_="" ns3:_="">
    <xsd:import namespace="b8a4b99c-9b0e-4f59-aa2a-8b6a3de16c94"/>
    <xsd:import namespace="eb6d4c3c-27e6-40f7-a5be-c2d429b5cb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4b99c-9b0e-4f59-aa2a-8b6a3de16c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fd9a293-139f-4208-837f-2845fada8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6d4c3c-27e6-40f7-a5be-c2d429b5cb8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2fa157d-dbc5-475c-98c6-31cf1364f70c}" ma:internalName="TaxCatchAll" ma:showField="CatchAllData" ma:web="eb6d4c3c-27e6-40f7-a5be-c2d429b5cb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a4b99c-9b0e-4f59-aa2a-8b6a3de16c94">
      <Terms xmlns="http://schemas.microsoft.com/office/infopath/2007/PartnerControls"/>
    </lcf76f155ced4ddcb4097134ff3c332f>
    <TaxCatchAll xmlns="eb6d4c3c-27e6-40f7-a5be-c2d429b5cb8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4A34B7-B86E-4D67-A831-04DF815216A8}">
  <ds:schemaRefs>
    <ds:schemaRef ds:uri="b8a4b99c-9b0e-4f59-aa2a-8b6a3de16c94"/>
    <ds:schemaRef ds:uri="eb6d4c3c-27e6-40f7-a5be-c2d429b5cb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9C57168-3C92-4CEA-8AE0-A4005FDB7DB9}">
  <ds:schemaRefs>
    <ds:schemaRef ds:uri="b8a4b99c-9b0e-4f59-aa2a-8b6a3de16c94"/>
    <ds:schemaRef ds:uri="eb6d4c3c-27e6-40f7-a5be-c2d429b5cb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8DC6604-AE14-4ADB-8C7C-0D544C1EF2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925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Poppins Medium</vt:lpstr>
      <vt:lpstr>Söhne</vt:lpstr>
      <vt:lpstr>Simple Light</vt:lpstr>
      <vt:lpstr>PowerPoint Presentation</vt:lpstr>
      <vt:lpstr>PowerPoint Presentation</vt:lpstr>
      <vt:lpstr>A brief about Shield Insurance</vt:lpstr>
      <vt:lpstr>Key Metrics </vt:lpstr>
      <vt:lpstr>Brief about the data model and tables</vt:lpstr>
      <vt:lpstr>Key observations</vt:lpstr>
      <vt:lpstr>Suggestions to the stakeholder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Hem</dc:creator>
  <cp:lastModifiedBy>Ishan Dutta</cp:lastModifiedBy>
  <cp:revision>4</cp:revision>
  <dcterms:created xsi:type="dcterms:W3CDTF">2023-03-15T03:45:27Z</dcterms:created>
  <dcterms:modified xsi:type="dcterms:W3CDTF">2025-11-09T16:04:27Z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0x010100E9B4783CF63E7D41B69B4E41169D380C</vt:lpwstr>
  </property>
  <property fmtid="{D5CDD505-2E9C-101B-9397-08002B2CF9AE}" pid="3" name="MediaServiceImageTags">
    <vt:lpwstr/>
  </property>
</Properties>
</file>